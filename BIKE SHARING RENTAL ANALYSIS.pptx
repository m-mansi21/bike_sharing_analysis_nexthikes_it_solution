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57" r:id="rId4"/>
    <p:sldId id="258" r:id="rId5"/>
    <p:sldId id="259"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91A792-296B-4FE5-BED0-2706AD617071}" v="46" dt="2026-07-23T12:30:01.1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11" autoAdjust="0"/>
    <p:restoredTop sz="95033" autoAdjust="0"/>
  </p:normalViewPr>
  <p:slideViewPr>
    <p:cSldViewPr snapToGrid="0">
      <p:cViewPr varScale="1">
        <p:scale>
          <a:sx n="82" d="100"/>
          <a:sy n="82" d="100"/>
        </p:scale>
        <p:origin x="7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si ahuja" userId="1fc9052d0dc42663" providerId="LiveId" clId="{853210BB-ECEC-4DBE-8A4D-1D0854874801}"/>
    <pc:docChg chg="undo custSel addSld delSld modSld sldOrd">
      <pc:chgData name="mansi ahuja" userId="1fc9052d0dc42663" providerId="LiveId" clId="{853210BB-ECEC-4DBE-8A4D-1D0854874801}" dt="2026-07-23T12:32:36.787" v="1496" actId="14100"/>
      <pc:docMkLst>
        <pc:docMk/>
      </pc:docMkLst>
      <pc:sldChg chg="addSp delSp modSp mod">
        <pc:chgData name="mansi ahuja" userId="1fc9052d0dc42663" providerId="LiveId" clId="{853210BB-ECEC-4DBE-8A4D-1D0854874801}" dt="2026-07-23T12:32:36.787" v="1496" actId="14100"/>
        <pc:sldMkLst>
          <pc:docMk/>
          <pc:sldMk cId="2246557305" sldId="256"/>
        </pc:sldMkLst>
        <pc:spChg chg="mod">
          <ac:chgData name="mansi ahuja" userId="1fc9052d0dc42663" providerId="LiveId" clId="{853210BB-ECEC-4DBE-8A4D-1D0854874801}" dt="2026-07-23T11:01:28.009" v="388" actId="1076"/>
          <ac:spMkLst>
            <pc:docMk/>
            <pc:sldMk cId="2246557305" sldId="256"/>
            <ac:spMk id="2" creationId="{0BEF4FFF-87D1-02D4-5325-335F8EEFAE90}"/>
          </ac:spMkLst>
        </pc:spChg>
        <pc:spChg chg="mod">
          <ac:chgData name="mansi ahuja" userId="1fc9052d0dc42663" providerId="LiveId" clId="{853210BB-ECEC-4DBE-8A4D-1D0854874801}" dt="2026-07-23T12:31:01.832" v="1462" actId="1076"/>
          <ac:spMkLst>
            <pc:docMk/>
            <pc:sldMk cId="2246557305" sldId="256"/>
            <ac:spMk id="3" creationId="{54678EF7-F0F1-8990-5976-035E9F4D0938}"/>
          </ac:spMkLst>
        </pc:spChg>
        <pc:spChg chg="add del mod">
          <ac:chgData name="mansi ahuja" userId="1fc9052d0dc42663" providerId="LiveId" clId="{853210BB-ECEC-4DBE-8A4D-1D0854874801}" dt="2026-07-23T12:28:37.073" v="1434"/>
          <ac:spMkLst>
            <pc:docMk/>
            <pc:sldMk cId="2246557305" sldId="256"/>
            <ac:spMk id="5" creationId="{B1E5172D-CDA7-D14A-3C42-294FE69514A9}"/>
          </ac:spMkLst>
        </pc:spChg>
        <pc:spChg chg="add mod">
          <ac:chgData name="mansi ahuja" userId="1fc9052d0dc42663" providerId="LiveId" clId="{853210BB-ECEC-4DBE-8A4D-1D0854874801}" dt="2026-07-23T12:32:36.787" v="1496" actId="14100"/>
          <ac:spMkLst>
            <pc:docMk/>
            <pc:sldMk cId="2246557305" sldId="256"/>
            <ac:spMk id="6" creationId="{FCD939AC-DA46-D270-384A-9A17B3572028}"/>
          </ac:spMkLst>
        </pc:spChg>
        <pc:spChg chg="add mod">
          <ac:chgData name="mansi ahuja" userId="1fc9052d0dc42663" providerId="LiveId" clId="{853210BB-ECEC-4DBE-8A4D-1D0854874801}" dt="2026-07-23T12:32:26.681" v="1491" actId="1076"/>
          <ac:spMkLst>
            <pc:docMk/>
            <pc:sldMk cId="2246557305" sldId="256"/>
            <ac:spMk id="7" creationId="{8097D12F-4551-845A-073C-13514713ED33}"/>
          </ac:spMkLst>
        </pc:spChg>
      </pc:sldChg>
      <pc:sldChg chg="addSp delSp modSp new mod setBg setClrOvrMap delDesignElem">
        <pc:chgData name="mansi ahuja" userId="1fc9052d0dc42663" providerId="LiveId" clId="{853210BB-ECEC-4DBE-8A4D-1D0854874801}" dt="2026-07-23T12:24:30.457" v="1399"/>
        <pc:sldMkLst>
          <pc:docMk/>
          <pc:sldMk cId="2575344523" sldId="257"/>
        </pc:sldMkLst>
        <pc:spChg chg="mod">
          <ac:chgData name="mansi ahuja" userId="1fc9052d0dc42663" providerId="LiveId" clId="{853210BB-ECEC-4DBE-8A4D-1D0854874801}" dt="2026-07-23T12:18:33.358" v="1340" actId="1076"/>
          <ac:spMkLst>
            <pc:docMk/>
            <pc:sldMk cId="2575344523" sldId="257"/>
            <ac:spMk id="2" creationId="{83A26740-BA62-D82B-30FB-CDE2A7B70B05}"/>
          </ac:spMkLst>
        </pc:spChg>
        <pc:spChg chg="del mod">
          <ac:chgData name="mansi ahuja" userId="1fc9052d0dc42663" providerId="LiveId" clId="{853210BB-ECEC-4DBE-8A4D-1D0854874801}" dt="2026-07-22T16:25:28.449" v="59"/>
          <ac:spMkLst>
            <pc:docMk/>
            <pc:sldMk cId="2575344523" sldId="257"/>
            <ac:spMk id="3" creationId="{96B53790-FC1F-56C8-5016-F6FF56865D4C}"/>
          </ac:spMkLst>
        </pc:spChg>
        <pc:spChg chg="add del">
          <ac:chgData name="mansi ahuja" userId="1fc9052d0dc42663" providerId="LiveId" clId="{853210BB-ECEC-4DBE-8A4D-1D0854874801}" dt="2026-07-22T16:25:35.161" v="62" actId="26606"/>
          <ac:spMkLst>
            <pc:docMk/>
            <pc:sldMk cId="2575344523" sldId="257"/>
            <ac:spMk id="9" creationId="{ABE6F9A3-300E-47F5-B41C-C8C5E758DE7C}"/>
          </ac:spMkLst>
        </pc:spChg>
        <pc:spChg chg="add del">
          <ac:chgData name="mansi ahuja" userId="1fc9052d0dc42663" providerId="LiveId" clId="{853210BB-ECEC-4DBE-8A4D-1D0854874801}" dt="2026-07-22T16:25:35.161" v="62" actId="26606"/>
          <ac:spMkLst>
            <pc:docMk/>
            <pc:sldMk cId="2575344523" sldId="257"/>
            <ac:spMk id="11" creationId="{61B4701B-39FE-43B8-86AA-D6B8789C2207}"/>
          </ac:spMkLst>
        </pc:spChg>
        <pc:spChg chg="add del">
          <ac:chgData name="mansi ahuja" userId="1fc9052d0dc42663" providerId="LiveId" clId="{853210BB-ECEC-4DBE-8A4D-1D0854874801}" dt="2026-07-22T16:25:35.161" v="62" actId="26606"/>
          <ac:spMkLst>
            <pc:docMk/>
            <pc:sldMk cId="2575344523" sldId="257"/>
            <ac:spMk id="13" creationId="{E9A7EF13-49FA-4355-971A-34B065F35022}"/>
          </ac:spMkLst>
        </pc:spChg>
        <pc:spChg chg="add del">
          <ac:chgData name="mansi ahuja" userId="1fc9052d0dc42663" providerId="LiveId" clId="{853210BB-ECEC-4DBE-8A4D-1D0854874801}" dt="2026-07-22T16:25:35.161" v="62" actId="26606"/>
          <ac:spMkLst>
            <pc:docMk/>
            <pc:sldMk cId="2575344523" sldId="257"/>
            <ac:spMk id="15" creationId="{92CF3C3E-0F7B-4F0C-8EBD-BDD38E9C66F5}"/>
          </ac:spMkLst>
        </pc:spChg>
        <pc:spChg chg="add del">
          <ac:chgData name="mansi ahuja" userId="1fc9052d0dc42663" providerId="LiveId" clId="{853210BB-ECEC-4DBE-8A4D-1D0854874801}" dt="2026-07-22T16:25:37.551" v="65" actId="26606"/>
          <ac:spMkLst>
            <pc:docMk/>
            <pc:sldMk cId="2575344523" sldId="257"/>
            <ac:spMk id="17" creationId="{F747F1B4-B831-4277-8AB0-32767F7EB7BF}"/>
          </ac:spMkLst>
        </pc:spChg>
        <pc:spChg chg="add del">
          <ac:chgData name="mansi ahuja" userId="1fc9052d0dc42663" providerId="LiveId" clId="{853210BB-ECEC-4DBE-8A4D-1D0854874801}" dt="2026-07-22T16:25:37.551" v="65" actId="26606"/>
          <ac:spMkLst>
            <pc:docMk/>
            <pc:sldMk cId="2575344523" sldId="257"/>
            <ac:spMk id="18" creationId="{D80CFA21-AB7C-4BEB-9BFF-05764FBBF3C6}"/>
          </ac:spMkLst>
        </pc:spChg>
        <pc:spChg chg="add del">
          <ac:chgData name="mansi ahuja" userId="1fc9052d0dc42663" providerId="LiveId" clId="{853210BB-ECEC-4DBE-8A4D-1D0854874801}" dt="2026-07-22T16:25:37.551" v="65" actId="26606"/>
          <ac:spMkLst>
            <pc:docMk/>
            <pc:sldMk cId="2575344523" sldId="257"/>
            <ac:spMk id="19" creationId="{12F7E335-851A-4CAE-B09F-E657819D4600}"/>
          </ac:spMkLst>
        </pc:spChg>
        <pc:spChg chg="add del">
          <ac:chgData name="mansi ahuja" userId="1fc9052d0dc42663" providerId="LiveId" clId="{853210BB-ECEC-4DBE-8A4D-1D0854874801}" dt="2026-07-22T16:25:37.551" v="65" actId="26606"/>
          <ac:spMkLst>
            <pc:docMk/>
            <pc:sldMk cId="2575344523" sldId="257"/>
            <ac:spMk id="20" creationId="{10B541F0-7F6E-402E-84D8-CF96EACA5FBC}"/>
          </ac:spMkLst>
        </pc:spChg>
        <pc:spChg chg="add del">
          <ac:chgData name="mansi ahuja" userId="1fc9052d0dc42663" providerId="LiveId" clId="{853210BB-ECEC-4DBE-8A4D-1D0854874801}" dt="2026-07-23T12:24:30.457" v="1399"/>
          <ac:spMkLst>
            <pc:docMk/>
            <pc:sldMk cId="2575344523" sldId="257"/>
            <ac:spMk id="22" creationId="{47AEA421-5F29-4BA7-9360-2501B5987921}"/>
          </ac:spMkLst>
        </pc:spChg>
        <pc:spChg chg="add del">
          <ac:chgData name="mansi ahuja" userId="1fc9052d0dc42663" providerId="LiveId" clId="{853210BB-ECEC-4DBE-8A4D-1D0854874801}" dt="2026-07-23T12:24:30.457" v="1399"/>
          <ac:spMkLst>
            <pc:docMk/>
            <pc:sldMk cId="2575344523" sldId="257"/>
            <ac:spMk id="23" creationId="{9348F0CB-4904-4DEF-BDD4-ADEC2DCCCBD7}"/>
          </ac:spMkLst>
        </pc:spChg>
        <pc:spChg chg="add del">
          <ac:chgData name="mansi ahuja" userId="1fc9052d0dc42663" providerId="LiveId" clId="{853210BB-ECEC-4DBE-8A4D-1D0854874801}" dt="2026-07-23T12:24:30.457" v="1399"/>
          <ac:spMkLst>
            <pc:docMk/>
            <pc:sldMk cId="2575344523" sldId="257"/>
            <ac:spMk id="24" creationId="{1583E1B8-79B3-49BB-8704-58E4AB1AF213}"/>
          </ac:spMkLst>
        </pc:spChg>
        <pc:spChg chg="add del">
          <ac:chgData name="mansi ahuja" userId="1fc9052d0dc42663" providerId="LiveId" clId="{853210BB-ECEC-4DBE-8A4D-1D0854874801}" dt="2026-07-23T12:24:30.457" v="1399"/>
          <ac:spMkLst>
            <pc:docMk/>
            <pc:sldMk cId="2575344523" sldId="257"/>
            <ac:spMk id="25" creationId="{7BB34D5F-2B87-438E-8236-69C6068D47A4}"/>
          </ac:spMkLst>
        </pc:spChg>
        <pc:graphicFrameChg chg="add mod">
          <ac:chgData name="mansi ahuja" userId="1fc9052d0dc42663" providerId="LiveId" clId="{853210BB-ECEC-4DBE-8A4D-1D0854874801}" dt="2026-07-23T11:10:56.310" v="514" actId="14100"/>
          <ac:graphicFrameMkLst>
            <pc:docMk/>
            <pc:sldMk cId="2575344523" sldId="257"/>
            <ac:graphicFrameMk id="4" creationId="{F33F4531-282F-8C7B-716B-88A2E95BFD44}"/>
          </ac:graphicFrameMkLst>
        </pc:graphicFrameChg>
      </pc:sldChg>
      <pc:sldChg chg="addSp delSp modSp new mod">
        <pc:chgData name="mansi ahuja" userId="1fc9052d0dc42663" providerId="LiveId" clId="{853210BB-ECEC-4DBE-8A4D-1D0854874801}" dt="2026-07-23T12:18:10.449" v="1335" actId="207"/>
        <pc:sldMkLst>
          <pc:docMk/>
          <pc:sldMk cId="2579381322" sldId="258"/>
        </pc:sldMkLst>
        <pc:spChg chg="mod">
          <ac:chgData name="mansi ahuja" userId="1fc9052d0dc42663" providerId="LiveId" clId="{853210BB-ECEC-4DBE-8A4D-1D0854874801}" dt="2026-07-23T12:18:10.449" v="1335" actId="207"/>
          <ac:spMkLst>
            <pc:docMk/>
            <pc:sldMk cId="2579381322" sldId="258"/>
            <ac:spMk id="2" creationId="{2862541F-CA02-A0C4-7812-8AEA2A74AE2B}"/>
          </ac:spMkLst>
        </pc:spChg>
        <pc:spChg chg="del mod">
          <ac:chgData name="mansi ahuja" userId="1fc9052d0dc42663" providerId="LiveId" clId="{853210BB-ECEC-4DBE-8A4D-1D0854874801}" dt="2026-07-22T16:31:50.969" v="192"/>
          <ac:spMkLst>
            <pc:docMk/>
            <pc:sldMk cId="2579381322" sldId="258"/>
            <ac:spMk id="3" creationId="{4A080F71-71FD-8CA1-E8CE-80590F868DA5}"/>
          </ac:spMkLst>
        </pc:spChg>
        <pc:spChg chg="add del mod">
          <ac:chgData name="mansi ahuja" userId="1fc9052d0dc42663" providerId="LiveId" clId="{853210BB-ECEC-4DBE-8A4D-1D0854874801}" dt="2026-07-23T11:07:24.607" v="473"/>
          <ac:spMkLst>
            <pc:docMk/>
            <pc:sldMk cId="2579381322" sldId="258"/>
            <ac:spMk id="4" creationId="{8DCC6128-F7CF-1464-A2E9-03932A0C0E94}"/>
          </ac:spMkLst>
        </pc:spChg>
        <pc:spChg chg="add del mod">
          <ac:chgData name="mansi ahuja" userId="1fc9052d0dc42663" providerId="LiveId" clId="{853210BB-ECEC-4DBE-8A4D-1D0854874801}" dt="2026-07-23T11:04:23.802" v="434"/>
          <ac:spMkLst>
            <pc:docMk/>
            <pc:sldMk cId="2579381322" sldId="258"/>
            <ac:spMk id="5" creationId="{0A12059C-81E2-3BF2-3D1E-408F476A1EE9}"/>
          </ac:spMkLst>
        </pc:spChg>
        <pc:spChg chg="add mod">
          <ac:chgData name="mansi ahuja" userId="1fc9052d0dc42663" providerId="LiveId" clId="{853210BB-ECEC-4DBE-8A4D-1D0854874801}" dt="2026-07-23T11:34:09.457" v="633" actId="1076"/>
          <ac:spMkLst>
            <pc:docMk/>
            <pc:sldMk cId="2579381322" sldId="258"/>
            <ac:spMk id="9" creationId="{0AD94F54-EFF4-9F74-2809-B3B4FE8451F6}"/>
          </ac:spMkLst>
        </pc:spChg>
        <pc:graphicFrameChg chg="add mod">
          <ac:chgData name="mansi ahuja" userId="1fc9052d0dc42663" providerId="LiveId" clId="{853210BB-ECEC-4DBE-8A4D-1D0854874801}" dt="2026-07-23T11:33:56.799" v="630" actId="14100"/>
          <ac:graphicFrameMkLst>
            <pc:docMk/>
            <pc:sldMk cId="2579381322" sldId="258"/>
            <ac:graphicFrameMk id="6" creationId="{02E58919-3D4E-42A6-BE77-7B98875215E5}"/>
          </ac:graphicFrameMkLst>
        </pc:graphicFrameChg>
        <pc:graphicFrameChg chg="add del mod">
          <ac:chgData name="mansi ahuja" userId="1fc9052d0dc42663" providerId="LiveId" clId="{853210BB-ECEC-4DBE-8A4D-1D0854874801}" dt="2026-07-23T11:04:20.872" v="431" actId="21"/>
          <ac:graphicFrameMkLst>
            <pc:docMk/>
            <pc:sldMk cId="2579381322" sldId="258"/>
            <ac:graphicFrameMk id="7" creationId="{1255A62E-9E1A-4C9E-ACF8-DA3D5977FD53}"/>
          </ac:graphicFrameMkLst>
        </pc:graphicFrameChg>
      </pc:sldChg>
      <pc:sldChg chg="addSp delSp modSp new add del mod">
        <pc:chgData name="mansi ahuja" userId="1fc9052d0dc42663" providerId="LiveId" clId="{853210BB-ECEC-4DBE-8A4D-1D0854874801}" dt="2026-07-23T12:24:30.457" v="1399"/>
        <pc:sldMkLst>
          <pc:docMk/>
          <pc:sldMk cId="651527856" sldId="259"/>
        </pc:sldMkLst>
        <pc:spChg chg="mod">
          <ac:chgData name="mansi ahuja" userId="1fc9052d0dc42663" providerId="LiveId" clId="{853210BB-ECEC-4DBE-8A4D-1D0854874801}" dt="2026-07-23T12:24:30.457" v="1399"/>
          <ac:spMkLst>
            <pc:docMk/>
            <pc:sldMk cId="651527856" sldId="259"/>
            <ac:spMk id="2" creationId="{E1ADF28F-4AD3-3D6C-5B28-20441F833172}"/>
          </ac:spMkLst>
        </pc:spChg>
        <pc:spChg chg="del mod">
          <ac:chgData name="mansi ahuja" userId="1fc9052d0dc42663" providerId="LiveId" clId="{853210BB-ECEC-4DBE-8A4D-1D0854874801}" dt="2026-07-23T11:16:46.426" v="571" actId="21"/>
          <ac:spMkLst>
            <pc:docMk/>
            <pc:sldMk cId="651527856" sldId="259"/>
            <ac:spMk id="3" creationId="{B0858259-F160-BCFA-EE60-C637E5C357DA}"/>
          </ac:spMkLst>
        </pc:spChg>
        <pc:spChg chg="add del mod">
          <ac:chgData name="mansi ahuja" userId="1fc9052d0dc42663" providerId="LiveId" clId="{853210BB-ECEC-4DBE-8A4D-1D0854874801}" dt="2026-07-23T11:35:34.894" v="647" actId="21"/>
          <ac:spMkLst>
            <pc:docMk/>
            <pc:sldMk cId="651527856" sldId="259"/>
            <ac:spMk id="18" creationId="{E69BF358-6FBE-C333-97C8-089F1D681C9D}"/>
          </ac:spMkLst>
        </pc:spChg>
        <pc:picChg chg="add del mod modCrop">
          <ac:chgData name="mansi ahuja" userId="1fc9052d0dc42663" providerId="LiveId" clId="{853210BB-ECEC-4DBE-8A4D-1D0854874801}" dt="2026-07-23T11:18:22.946" v="572" actId="21"/>
          <ac:picMkLst>
            <pc:docMk/>
            <pc:sldMk cId="651527856" sldId="259"/>
            <ac:picMk id="5" creationId="{9BB2707C-504C-34B9-4BF0-5A68C6D86125}"/>
          </ac:picMkLst>
        </pc:picChg>
        <pc:picChg chg="add del">
          <ac:chgData name="mansi ahuja" userId="1fc9052d0dc42663" providerId="LiveId" clId="{853210BB-ECEC-4DBE-8A4D-1D0854874801}" dt="2026-07-23T11:18:26.789" v="574" actId="21"/>
          <ac:picMkLst>
            <pc:docMk/>
            <pc:sldMk cId="651527856" sldId="259"/>
            <ac:picMk id="7" creationId="{588E15E6-C68F-3595-F0F5-5725554D7496}"/>
          </ac:picMkLst>
        </pc:picChg>
        <pc:picChg chg="add del mod modCrop">
          <ac:chgData name="mansi ahuja" userId="1fc9052d0dc42663" providerId="LiveId" clId="{853210BB-ECEC-4DBE-8A4D-1D0854874801}" dt="2026-07-23T11:20:31.908" v="592" actId="21"/>
          <ac:picMkLst>
            <pc:docMk/>
            <pc:sldMk cId="651527856" sldId="259"/>
            <ac:picMk id="9" creationId="{14557F41-8C5F-D91B-8C3F-D1927E117E97}"/>
          </ac:picMkLst>
        </pc:picChg>
        <pc:picChg chg="add del mod modCrop">
          <ac:chgData name="mansi ahuja" userId="1fc9052d0dc42663" providerId="LiveId" clId="{853210BB-ECEC-4DBE-8A4D-1D0854874801}" dt="2026-07-23T11:22:04.160" v="609" actId="21"/>
          <ac:picMkLst>
            <pc:docMk/>
            <pc:sldMk cId="651527856" sldId="259"/>
            <ac:picMk id="11" creationId="{15EBCCF2-F6D3-E828-9DBC-48A015D2079A}"/>
          </ac:picMkLst>
        </pc:picChg>
        <pc:picChg chg="add del">
          <ac:chgData name="mansi ahuja" userId="1fc9052d0dc42663" providerId="LiveId" clId="{853210BB-ECEC-4DBE-8A4D-1D0854874801}" dt="2026-07-23T11:22:11.216" v="611" actId="21"/>
          <ac:picMkLst>
            <pc:docMk/>
            <pc:sldMk cId="651527856" sldId="259"/>
            <ac:picMk id="13" creationId="{253AF23C-9F41-CCB5-0B95-1A353AAB662A}"/>
          </ac:picMkLst>
        </pc:picChg>
        <pc:picChg chg="add del">
          <ac:chgData name="mansi ahuja" userId="1fc9052d0dc42663" providerId="LiveId" clId="{853210BB-ECEC-4DBE-8A4D-1D0854874801}" dt="2026-07-23T11:22:19.404" v="613" actId="22"/>
          <ac:picMkLst>
            <pc:docMk/>
            <pc:sldMk cId="651527856" sldId="259"/>
            <ac:picMk id="15" creationId="{91D807F0-0C0A-F98A-799E-CC12D10B34FB}"/>
          </ac:picMkLst>
        </pc:picChg>
        <pc:picChg chg="add mod modCrop">
          <ac:chgData name="mansi ahuja" userId="1fc9052d0dc42663" providerId="LiveId" clId="{853210BB-ECEC-4DBE-8A4D-1D0854874801}" dt="2026-07-23T12:17:56.638" v="1333" actId="1076"/>
          <ac:picMkLst>
            <pc:docMk/>
            <pc:sldMk cId="651527856" sldId="259"/>
            <ac:picMk id="17" creationId="{2B82C7A6-8F6E-DA3C-8141-F7C97D9B2FF2}"/>
          </ac:picMkLst>
        </pc:picChg>
      </pc:sldChg>
      <pc:sldChg chg="delSp modSp new add del mod">
        <pc:chgData name="mansi ahuja" userId="1fc9052d0dc42663" providerId="LiveId" clId="{853210BB-ECEC-4DBE-8A4D-1D0854874801}" dt="2026-07-23T12:08:02.981" v="1144" actId="2696"/>
        <pc:sldMkLst>
          <pc:docMk/>
          <pc:sldMk cId="2570334194" sldId="260"/>
        </pc:sldMkLst>
        <pc:spChg chg="del">
          <ac:chgData name="mansi ahuja" userId="1fc9052d0dc42663" providerId="LiveId" clId="{853210BB-ECEC-4DBE-8A4D-1D0854874801}" dt="2026-07-23T11:59:25.106" v="933" actId="21"/>
          <ac:spMkLst>
            <pc:docMk/>
            <pc:sldMk cId="2570334194" sldId="260"/>
            <ac:spMk id="2" creationId="{D22C6963-45C5-E02A-DB6F-1AACBE749A7F}"/>
          </ac:spMkLst>
        </pc:spChg>
        <pc:spChg chg="mod">
          <ac:chgData name="mansi ahuja" userId="1fc9052d0dc42663" providerId="LiveId" clId="{853210BB-ECEC-4DBE-8A4D-1D0854874801}" dt="2026-07-23T12:07:53.053" v="1143" actId="27636"/>
          <ac:spMkLst>
            <pc:docMk/>
            <pc:sldMk cId="2570334194" sldId="260"/>
            <ac:spMk id="3" creationId="{7A4C438E-7C02-D5F6-4FC2-B2A3187783FB}"/>
          </ac:spMkLst>
        </pc:spChg>
      </pc:sldChg>
      <pc:sldChg chg="addSp modSp new mod ord">
        <pc:chgData name="mansi ahuja" userId="1fc9052d0dc42663" providerId="LiveId" clId="{853210BB-ECEC-4DBE-8A4D-1D0854874801}" dt="2026-07-23T12:25:53.234" v="1404" actId="20578"/>
        <pc:sldMkLst>
          <pc:docMk/>
          <pc:sldMk cId="4227808701" sldId="261"/>
        </pc:sldMkLst>
        <pc:spChg chg="mod">
          <ac:chgData name="mansi ahuja" userId="1fc9052d0dc42663" providerId="LiveId" clId="{853210BB-ECEC-4DBE-8A4D-1D0854874801}" dt="2026-07-23T11:43:46.801" v="688" actId="404"/>
          <ac:spMkLst>
            <pc:docMk/>
            <pc:sldMk cId="4227808701" sldId="261"/>
            <ac:spMk id="2" creationId="{2DFDD2B8-BE05-00AB-EFDC-3957575813C2}"/>
          </ac:spMkLst>
        </pc:spChg>
        <pc:spChg chg="mod">
          <ac:chgData name="mansi ahuja" userId="1fc9052d0dc42663" providerId="LiveId" clId="{853210BB-ECEC-4DBE-8A4D-1D0854874801}" dt="2026-07-23T11:56:16.124" v="922" actId="113"/>
          <ac:spMkLst>
            <pc:docMk/>
            <pc:sldMk cId="4227808701" sldId="261"/>
            <ac:spMk id="3" creationId="{EC2A4306-C008-5F13-4804-A586F250A108}"/>
          </ac:spMkLst>
        </pc:spChg>
        <pc:spChg chg="add mod">
          <ac:chgData name="mansi ahuja" userId="1fc9052d0dc42663" providerId="LiveId" clId="{853210BB-ECEC-4DBE-8A4D-1D0854874801}" dt="2026-07-23T11:56:25.240" v="923" actId="1076"/>
          <ac:spMkLst>
            <pc:docMk/>
            <pc:sldMk cId="4227808701" sldId="261"/>
            <ac:spMk id="5" creationId="{C1ED1D7E-D95C-A276-24B2-93E9F4A682A0}"/>
          </ac:spMkLst>
        </pc:spChg>
        <pc:spChg chg="add mod">
          <ac:chgData name="mansi ahuja" userId="1fc9052d0dc42663" providerId="LiveId" clId="{853210BB-ECEC-4DBE-8A4D-1D0854874801}" dt="2026-07-23T11:56:11.614" v="921" actId="113"/>
          <ac:spMkLst>
            <pc:docMk/>
            <pc:sldMk cId="4227808701" sldId="261"/>
            <ac:spMk id="13" creationId="{D2D5659A-7CE4-8FA2-75A4-3AE54125E828}"/>
          </ac:spMkLst>
        </pc:spChg>
        <pc:picChg chg="add mod modCrop">
          <ac:chgData name="mansi ahuja" userId="1fc9052d0dc42663" providerId="LiveId" clId="{853210BB-ECEC-4DBE-8A4D-1D0854874801}" dt="2026-07-23T11:55:52.352" v="916" actId="1076"/>
          <ac:picMkLst>
            <pc:docMk/>
            <pc:sldMk cId="4227808701" sldId="261"/>
            <ac:picMk id="7" creationId="{22E8E266-5006-1D3B-D2BC-C248F40563B6}"/>
          </ac:picMkLst>
        </pc:picChg>
        <pc:picChg chg="add mod modCrop">
          <ac:chgData name="mansi ahuja" userId="1fc9052d0dc42663" providerId="LiveId" clId="{853210BB-ECEC-4DBE-8A4D-1D0854874801}" dt="2026-07-23T11:56:32.027" v="924" actId="1076"/>
          <ac:picMkLst>
            <pc:docMk/>
            <pc:sldMk cId="4227808701" sldId="261"/>
            <ac:picMk id="9" creationId="{FBBF4482-19EC-B01E-87D3-7A1D4D2362E6}"/>
          </ac:picMkLst>
        </pc:picChg>
        <pc:picChg chg="add mod modCrop">
          <ac:chgData name="mansi ahuja" userId="1fc9052d0dc42663" providerId="LiveId" clId="{853210BB-ECEC-4DBE-8A4D-1D0854874801}" dt="2026-07-23T11:56:42.001" v="928" actId="1076"/>
          <ac:picMkLst>
            <pc:docMk/>
            <pc:sldMk cId="4227808701" sldId="261"/>
            <ac:picMk id="11" creationId="{06511A23-7027-5E57-E9E9-844ECBCE94C3}"/>
          </ac:picMkLst>
        </pc:picChg>
      </pc:sldChg>
      <pc:sldChg chg="addSp delSp modSp new mod">
        <pc:chgData name="mansi ahuja" userId="1fc9052d0dc42663" providerId="LiveId" clId="{853210BB-ECEC-4DBE-8A4D-1D0854874801}" dt="2026-07-23T12:27:32.412" v="1422" actId="113"/>
        <pc:sldMkLst>
          <pc:docMk/>
          <pc:sldMk cId="2300984064" sldId="262"/>
        </pc:sldMkLst>
        <pc:spChg chg="mod">
          <ac:chgData name="mansi ahuja" userId="1fc9052d0dc42663" providerId="LiveId" clId="{853210BB-ECEC-4DBE-8A4D-1D0854874801}" dt="2026-07-23T12:27:06.594" v="1417" actId="114"/>
          <ac:spMkLst>
            <pc:docMk/>
            <pc:sldMk cId="2300984064" sldId="262"/>
            <ac:spMk id="2" creationId="{C3213EBD-2F18-B911-182C-A804BC8AC05A}"/>
          </ac:spMkLst>
        </pc:spChg>
        <pc:spChg chg="mod">
          <ac:chgData name="mansi ahuja" userId="1fc9052d0dc42663" providerId="LiveId" clId="{853210BB-ECEC-4DBE-8A4D-1D0854874801}" dt="2026-07-23T12:26:19.122" v="1406" actId="113"/>
          <ac:spMkLst>
            <pc:docMk/>
            <pc:sldMk cId="2300984064" sldId="262"/>
            <ac:spMk id="3" creationId="{E11EBEF0-CE38-2F21-0F9F-6EB13091982D}"/>
          </ac:spMkLst>
        </pc:spChg>
        <pc:spChg chg="add mod">
          <ac:chgData name="mansi ahuja" userId="1fc9052d0dc42663" providerId="LiveId" clId="{853210BB-ECEC-4DBE-8A4D-1D0854874801}" dt="2026-07-23T12:26:54.719" v="1414" actId="1076"/>
          <ac:spMkLst>
            <pc:docMk/>
            <pc:sldMk cId="2300984064" sldId="262"/>
            <ac:spMk id="5" creationId="{97D55185-F9CF-661E-0069-E30E9BD7069A}"/>
          </ac:spMkLst>
        </pc:spChg>
        <pc:spChg chg="add mod">
          <ac:chgData name="mansi ahuja" userId="1fc9052d0dc42663" providerId="LiveId" clId="{853210BB-ECEC-4DBE-8A4D-1D0854874801}" dt="2026-07-23T12:27:11.823" v="1418" actId="113"/>
          <ac:spMkLst>
            <pc:docMk/>
            <pc:sldMk cId="2300984064" sldId="262"/>
            <ac:spMk id="7" creationId="{0CAEEC01-878F-5D5F-4412-E98C16938CB2}"/>
          </ac:spMkLst>
        </pc:spChg>
        <pc:spChg chg="add mod">
          <ac:chgData name="mansi ahuja" userId="1fc9052d0dc42663" providerId="LiveId" clId="{853210BB-ECEC-4DBE-8A4D-1D0854874801}" dt="2026-07-23T12:27:32.412" v="1422" actId="113"/>
          <ac:spMkLst>
            <pc:docMk/>
            <pc:sldMk cId="2300984064" sldId="262"/>
            <ac:spMk id="9" creationId="{090D4B92-C270-59D6-E51E-CD51C0730C6C}"/>
          </ac:spMkLst>
        </pc:spChg>
        <pc:spChg chg="add del">
          <ac:chgData name="mansi ahuja" userId="1fc9052d0dc42663" providerId="LiveId" clId="{853210BB-ECEC-4DBE-8A4D-1D0854874801}" dt="2026-07-23T12:13:29.890" v="1306" actId="22"/>
          <ac:spMkLst>
            <pc:docMk/>
            <pc:sldMk cId="2300984064" sldId="262"/>
            <ac:spMk id="13" creationId="{AE6AD2D5-BCA5-F67E-1D1F-9449A41DF501}"/>
          </ac:spMkLst>
        </pc:spChg>
        <pc:cxnChg chg="add del">
          <ac:chgData name="mansi ahuja" userId="1fc9052d0dc42663" providerId="LiveId" clId="{853210BB-ECEC-4DBE-8A4D-1D0854874801}" dt="2026-07-23T12:13:48.742" v="1310" actId="21"/>
          <ac:cxnSpMkLst>
            <pc:docMk/>
            <pc:sldMk cId="2300984064" sldId="262"/>
            <ac:cxnSpMk id="11" creationId="{4487889B-DCEF-49DB-9F4D-F69D7CC974C0}"/>
          </ac:cxnSpMkLst>
        </pc:cxnChg>
        <pc:cxnChg chg="add mod">
          <ac:chgData name="mansi ahuja" userId="1fc9052d0dc42663" providerId="LiveId" clId="{853210BB-ECEC-4DBE-8A4D-1D0854874801}" dt="2026-07-23T12:14:44.492" v="1321" actId="1076"/>
          <ac:cxnSpMkLst>
            <pc:docMk/>
            <pc:sldMk cId="2300984064" sldId="262"/>
            <ac:cxnSpMk id="15" creationId="{680C4EFB-DD96-A37E-0FBE-A45E2740A992}"/>
          </ac:cxnSpMkLst>
        </pc:cxnChg>
        <pc:cxnChg chg="add mod">
          <ac:chgData name="mansi ahuja" userId="1fc9052d0dc42663" providerId="LiveId" clId="{853210BB-ECEC-4DBE-8A4D-1D0854874801}" dt="2026-07-23T12:14:38.855" v="1320" actId="14100"/>
          <ac:cxnSpMkLst>
            <pc:docMk/>
            <pc:sldMk cId="2300984064" sldId="262"/>
            <ac:cxnSpMk id="18" creationId="{34D2F4B1-DA7D-A4A1-B622-75BC68931AF0}"/>
          </ac:cxnSpMkLst>
        </pc:cxnChg>
      </pc:sldChg>
      <pc:sldChg chg="delSp modSp new mod">
        <pc:chgData name="mansi ahuja" userId="1fc9052d0dc42663" providerId="LiveId" clId="{853210BB-ECEC-4DBE-8A4D-1D0854874801}" dt="2026-07-23T12:27:45.748" v="1424" actId="114"/>
        <pc:sldMkLst>
          <pc:docMk/>
          <pc:sldMk cId="2873512261" sldId="263"/>
        </pc:sldMkLst>
        <pc:spChg chg="mod">
          <ac:chgData name="mansi ahuja" userId="1fc9052d0dc42663" providerId="LiveId" clId="{853210BB-ECEC-4DBE-8A4D-1D0854874801}" dt="2026-07-23T12:27:45.748" v="1424" actId="114"/>
          <ac:spMkLst>
            <pc:docMk/>
            <pc:sldMk cId="2873512261" sldId="263"/>
            <ac:spMk id="2" creationId="{72A865F9-FACC-9966-B189-A31B8FFA22C6}"/>
          </ac:spMkLst>
        </pc:spChg>
        <pc:spChg chg="del">
          <ac:chgData name="mansi ahuja" userId="1fc9052d0dc42663" providerId="LiveId" clId="{853210BB-ECEC-4DBE-8A4D-1D0854874801}" dt="2026-07-23T12:22:13.685" v="1360" actId="21"/>
          <ac:spMkLst>
            <pc:docMk/>
            <pc:sldMk cId="2873512261" sldId="263"/>
            <ac:spMk id="3" creationId="{A78C56F0-FA70-CA1A-8985-27973215CBC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1FC9052D0DC42663/Documents/bike_analysis_proje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1FC9052D0DC42663/Documents/bike_analysis_projec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[bike_analysis_project.xlsx]PIVOT!PivotTable4</c:name>
    <c:fmtId val="13"/>
  </c:pivotSource>
  <c:chart>
    <c:title>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p>
      </c:txPr>
    </c:title>
    <c:autoTitleDeleted val="0"/>
    <c:pivotFmts>
      <c:pivotFmt>
        <c:idx val="0"/>
        <c:spPr>
          <a:solidFill>
            <a:schemeClr val="accent1"/>
          </a:solidFill>
          <a:ln w="9525" cap="flat" cmpd="sng" algn="ctr">
            <a:noFill/>
            <a:miter lim="800000"/>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9525" cap="flat" cmpd="sng" algn="ctr">
            <a:noFill/>
            <a:miter lim="800000"/>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9525" cap="flat" cmpd="sng" algn="ctr">
            <a:noFill/>
            <a:miter lim="800000"/>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PIVOT!$E$2</c:f>
              <c:strCache>
                <c:ptCount val="1"/>
                <c:pt idx="0">
                  <c:v>Total</c:v>
                </c:pt>
              </c:strCache>
            </c:strRef>
          </c:tx>
          <c:spPr>
            <a:noFill/>
            <a:ln w="9525" cap="flat" cmpd="sng" algn="ctr">
              <a:solidFill>
                <a:schemeClr val="accent1"/>
              </a:solidFill>
              <a:miter lim="800000"/>
            </a:ln>
            <a:effectLst>
              <a:glow rad="63500">
                <a:schemeClr val="accent1">
                  <a:satMod val="175000"/>
                  <a:alpha val="25000"/>
                </a:schemeClr>
              </a:glow>
            </a:effectLst>
          </c:spPr>
          <c:invertIfNegative val="0"/>
          <c:cat>
            <c:strRef>
              <c:f>PIVOT!$D$3:$D$27</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PIVOT!$E$3:$E$27</c:f>
              <c:numCache>
                <c:formatCode>0</c:formatCode>
                <c:ptCount val="24"/>
                <c:pt idx="0">
                  <c:v>703</c:v>
                </c:pt>
                <c:pt idx="1">
                  <c:v>460</c:v>
                </c:pt>
                <c:pt idx="2">
                  <c:v>294</c:v>
                </c:pt>
                <c:pt idx="3">
                  <c:v>151</c:v>
                </c:pt>
                <c:pt idx="4">
                  <c:v>69</c:v>
                </c:pt>
                <c:pt idx="5">
                  <c:v>164</c:v>
                </c:pt>
                <c:pt idx="6">
                  <c:v>822</c:v>
                </c:pt>
                <c:pt idx="7">
                  <c:v>2339</c:v>
                </c:pt>
                <c:pt idx="8">
                  <c:v>5388</c:v>
                </c:pt>
                <c:pt idx="9">
                  <c:v>3672</c:v>
                </c:pt>
                <c:pt idx="10">
                  <c:v>2253</c:v>
                </c:pt>
                <c:pt idx="11">
                  <c:v>2494</c:v>
                </c:pt>
                <c:pt idx="12">
                  <c:v>3283</c:v>
                </c:pt>
                <c:pt idx="13">
                  <c:v>3376</c:v>
                </c:pt>
                <c:pt idx="14">
                  <c:v>3200</c:v>
                </c:pt>
                <c:pt idx="15">
                  <c:v>3352</c:v>
                </c:pt>
                <c:pt idx="16">
                  <c:v>3928</c:v>
                </c:pt>
                <c:pt idx="17">
                  <c:v>6169</c:v>
                </c:pt>
                <c:pt idx="18">
                  <c:v>5283</c:v>
                </c:pt>
                <c:pt idx="19">
                  <c:v>3661</c:v>
                </c:pt>
                <c:pt idx="20">
                  <c:v>2656</c:v>
                </c:pt>
                <c:pt idx="21">
                  <c:v>1996</c:v>
                </c:pt>
                <c:pt idx="22">
                  <c:v>1508</c:v>
                </c:pt>
                <c:pt idx="23">
                  <c:v>1083</c:v>
                </c:pt>
              </c:numCache>
            </c:numRef>
          </c:val>
          <c:extLst>
            <c:ext xmlns:c16="http://schemas.microsoft.com/office/drawing/2014/chart" uri="{C3380CC4-5D6E-409C-BE32-E72D297353CC}">
              <c16:uniqueId val="{00000000-9A15-4564-9A40-848DF37E59AB}"/>
            </c:ext>
          </c:extLst>
        </c:ser>
        <c:dLbls>
          <c:showLegendKey val="0"/>
          <c:showVal val="0"/>
          <c:showCatName val="0"/>
          <c:showSerName val="0"/>
          <c:showPercent val="0"/>
          <c:showBubbleSize val="0"/>
        </c:dLbls>
        <c:gapWidth val="315"/>
        <c:overlap val="-40"/>
        <c:axId val="2018457231"/>
        <c:axId val="2018471151"/>
      </c:barChart>
      <c:catAx>
        <c:axId val="2018457231"/>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2018471151"/>
        <c:crosses val="autoZero"/>
        <c:auto val="1"/>
        <c:lblAlgn val="ctr"/>
        <c:lblOffset val="100"/>
        <c:noMultiLvlLbl val="0"/>
      </c:catAx>
      <c:valAx>
        <c:axId val="2018471151"/>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201845723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[bike_analysis_project.xlsx]PIVOT!PivotTable2</c:name>
    <c:fmtId val="9"/>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MONTHLY RENTAL TREND</a:t>
            </a:r>
          </a:p>
          <a:p>
            <a:pPr>
              <a:defRPr/>
            </a:pPr>
            <a:endParaRPr lang="en-US"/>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PIVOT!$B$2</c:f>
              <c:strCache>
                <c:ptCount val="1"/>
                <c:pt idx="0">
                  <c:v>Total</c:v>
                </c:pt>
              </c:strCache>
            </c:strRef>
          </c:tx>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PIVOT!$A$3:$A$5</c:f>
              <c:strCache>
                <c:ptCount val="2"/>
                <c:pt idx="0">
                  <c:v>Feb</c:v>
                </c:pt>
                <c:pt idx="1">
                  <c:v>January</c:v>
                </c:pt>
              </c:strCache>
            </c:strRef>
          </c:cat>
          <c:val>
            <c:numRef>
              <c:f>PIVOT!$B$3:$B$5</c:f>
              <c:numCache>
                <c:formatCode>0</c:formatCode>
                <c:ptCount val="2"/>
                <c:pt idx="0">
                  <c:v>20115</c:v>
                </c:pt>
                <c:pt idx="1">
                  <c:v>38189</c:v>
                </c:pt>
              </c:numCache>
            </c:numRef>
          </c:val>
          <c:extLst>
            <c:ext xmlns:c16="http://schemas.microsoft.com/office/drawing/2014/chart" uri="{C3380CC4-5D6E-409C-BE32-E72D297353CC}">
              <c16:uniqueId val="{00000000-C72B-48AA-890B-E91FD3A7C7DA}"/>
            </c:ext>
          </c:extLst>
        </c:ser>
        <c:dLbls>
          <c:dLblPos val="outEnd"/>
          <c:showLegendKey val="0"/>
          <c:showVal val="1"/>
          <c:showCatName val="0"/>
          <c:showSerName val="0"/>
          <c:showPercent val="0"/>
          <c:showBubbleSize val="0"/>
        </c:dLbls>
        <c:gapWidth val="100"/>
        <c:overlap val="-24"/>
        <c:axId val="541901343"/>
        <c:axId val="541923423"/>
      </c:barChart>
      <c:catAx>
        <c:axId val="54190134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41923423"/>
        <c:crosses val="autoZero"/>
        <c:auto val="1"/>
        <c:lblAlgn val="ctr"/>
        <c:lblOffset val="100"/>
        <c:noMultiLvlLbl val="0"/>
      </c:catAx>
      <c:valAx>
        <c:axId val="541923423"/>
        <c:scaling>
          <c:orientation val="minMax"/>
        </c:scaling>
        <c:delete val="0"/>
        <c:axPos val="l"/>
        <c:majorGridlines>
          <c:spPr>
            <a:ln w="9525" cap="flat" cmpd="sng" algn="ctr">
              <a:solidFill>
                <a:schemeClr val="lt1">
                  <a:lumMod val="95000"/>
                  <a:alpha val="1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4190134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2624535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1658534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1429287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86EB3E-DE0E-4B4A-B3E6-FFA8336BB076}"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5792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86EB3E-DE0E-4B4A-B3E6-FFA8336BB076}" type="datetimeFigureOut">
              <a:rPr lang="en-IN" smtClean="0"/>
              <a:t>23-07-2026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1594107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3576940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1171662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419815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86EB3E-DE0E-4B4A-B3E6-FFA8336BB076}"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3090310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86EB3E-DE0E-4B4A-B3E6-FFA8336BB076}"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4146362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3263234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5D7D4-BB23-4B58-8B81-4373AF73DF6F}"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8487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3040682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686EB3E-DE0E-4B4A-B3E6-FFA8336BB076}" type="datetimeFigureOut">
              <a:rPr lang="en-IN" smtClean="0"/>
              <a:t>23-07-2026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509888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686EB3E-DE0E-4B4A-B3E6-FFA8336BB076}" type="datetimeFigureOut">
              <a:rPr lang="en-IN" smtClean="0"/>
              <a:t>23-07-2026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24765550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1116800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86EB3E-DE0E-4B4A-B3E6-FFA8336BB076}"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5D7D4-BB23-4B58-8B81-4373AF73DF6F}" type="slidenum">
              <a:rPr lang="en-IN" smtClean="0"/>
              <a:t>‹#›</a:t>
            </a:fld>
            <a:endParaRPr lang="en-IN"/>
          </a:p>
        </p:txBody>
      </p:sp>
    </p:spTree>
    <p:extLst>
      <p:ext uri="{BB962C8B-B14F-4D97-AF65-F5344CB8AC3E}">
        <p14:creationId xmlns:p14="http://schemas.microsoft.com/office/powerpoint/2010/main" val="3157692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686EB3E-DE0E-4B4A-B3E6-FFA8336BB076}" type="datetimeFigureOut">
              <a:rPr lang="en-IN" smtClean="0"/>
              <a:t>23-07-2026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435D7D4-BB23-4B58-8B81-4373AF73DF6F}" type="slidenum">
              <a:rPr lang="en-IN" smtClean="0"/>
              <a:t>‹#›</a:t>
            </a:fld>
            <a:endParaRPr lang="en-IN"/>
          </a:p>
        </p:txBody>
      </p:sp>
    </p:spTree>
    <p:extLst>
      <p:ext uri="{BB962C8B-B14F-4D97-AF65-F5344CB8AC3E}">
        <p14:creationId xmlns:p14="http://schemas.microsoft.com/office/powerpoint/2010/main" val="382759479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F4FFF-87D1-02D4-5325-335F8EEFAE90}"/>
              </a:ext>
            </a:extLst>
          </p:cNvPr>
          <p:cNvSpPr>
            <a:spLocks noGrp="1"/>
          </p:cNvSpPr>
          <p:nvPr>
            <p:ph type="ctrTitle"/>
          </p:nvPr>
        </p:nvSpPr>
        <p:spPr>
          <a:xfrm>
            <a:off x="329045" y="-894182"/>
            <a:ext cx="10367580" cy="3329581"/>
          </a:xfrm>
        </p:spPr>
        <p:txBody>
          <a:bodyPr/>
          <a:lstStyle/>
          <a:p>
            <a:r>
              <a:rPr lang="en-IN" b="1" dirty="0"/>
              <a:t>BIKE SHARING DEMAND  ANALYSIS</a:t>
            </a:r>
          </a:p>
        </p:txBody>
      </p:sp>
      <p:sp>
        <p:nvSpPr>
          <p:cNvPr id="3" name="Subtitle 2">
            <a:extLst>
              <a:ext uri="{FF2B5EF4-FFF2-40B4-BE49-F238E27FC236}">
                <a16:creationId xmlns:a16="http://schemas.microsoft.com/office/drawing/2014/main" id="{54678EF7-F0F1-8990-5976-035E9F4D0938}"/>
              </a:ext>
            </a:extLst>
          </p:cNvPr>
          <p:cNvSpPr>
            <a:spLocks noGrp="1"/>
          </p:cNvSpPr>
          <p:nvPr>
            <p:ph type="subTitle" idx="1"/>
          </p:nvPr>
        </p:nvSpPr>
        <p:spPr>
          <a:xfrm>
            <a:off x="1362874" y="3639846"/>
            <a:ext cx="3750302" cy="436375"/>
          </a:xfrm>
        </p:spPr>
        <p:txBody>
          <a:bodyPr>
            <a:normAutofit lnSpcReduction="10000"/>
          </a:bodyPr>
          <a:lstStyle/>
          <a:p>
            <a:endParaRPr lang="en-IN" sz="2400" b="1" dirty="0">
              <a:solidFill>
                <a:schemeClr val="tx1"/>
              </a:solidFill>
            </a:endParaRPr>
          </a:p>
        </p:txBody>
      </p:sp>
      <p:sp>
        <p:nvSpPr>
          <p:cNvPr id="6" name="Rectangle 5">
            <a:extLst>
              <a:ext uri="{FF2B5EF4-FFF2-40B4-BE49-F238E27FC236}">
                <a16:creationId xmlns:a16="http://schemas.microsoft.com/office/drawing/2014/main" id="{FCD939AC-DA46-D270-384A-9A17B3572028}"/>
              </a:ext>
            </a:extLst>
          </p:cNvPr>
          <p:cNvSpPr/>
          <p:nvPr/>
        </p:nvSpPr>
        <p:spPr>
          <a:xfrm>
            <a:off x="217078" y="3053437"/>
            <a:ext cx="6302245" cy="20455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000"/>
              </a:spcBef>
              <a:buClr>
                <a:schemeClr val="bg2">
                  <a:lumMod val="40000"/>
                  <a:lumOff val="60000"/>
                </a:schemeClr>
              </a:buClr>
              <a:buSzPct val="80000"/>
            </a:pPr>
            <a:r>
              <a:rPr lang="en-IN" sz="1600" b="1" cap="all" dirty="0">
                <a:solidFill>
                  <a:schemeClr val="bg1"/>
                </a:solidFill>
              </a:rPr>
              <a:t>Objective: </a:t>
            </a:r>
          </a:p>
          <a:p>
            <a:pPr marL="342900" lvl="1" indent="-342900">
              <a:spcBef>
                <a:spcPts val="1000"/>
              </a:spcBef>
              <a:buClr>
                <a:schemeClr val="bg2">
                  <a:lumMod val="40000"/>
                  <a:lumOff val="60000"/>
                </a:schemeClr>
              </a:buClr>
              <a:buSzPct val="80000"/>
              <a:buFont typeface="Courier New" panose="02070309020205020404" pitchFamily="49" charset="0"/>
              <a:buChar char="o"/>
            </a:pPr>
            <a:r>
              <a:rPr lang="en-IN" sz="1600" b="1" cap="all" dirty="0">
                <a:solidFill>
                  <a:schemeClr val="accent6">
                    <a:lumMod val="20000"/>
                    <a:lumOff val="80000"/>
                  </a:schemeClr>
                </a:solidFill>
              </a:rPr>
              <a:t>Analyse bike rental trends. </a:t>
            </a:r>
          </a:p>
          <a:p>
            <a:pPr marL="342900" lvl="1" indent="-342900">
              <a:spcBef>
                <a:spcPts val="1000"/>
              </a:spcBef>
              <a:buClr>
                <a:schemeClr val="bg2">
                  <a:lumMod val="40000"/>
                  <a:lumOff val="60000"/>
                </a:schemeClr>
              </a:buClr>
              <a:buSzPct val="80000"/>
              <a:buFont typeface="Courier New" panose="02070309020205020404" pitchFamily="49" charset="0"/>
              <a:buChar char="o"/>
            </a:pPr>
            <a:r>
              <a:rPr lang="en-IN" sz="1600" b="1" cap="all" dirty="0">
                <a:solidFill>
                  <a:schemeClr val="accent6">
                    <a:lumMod val="20000"/>
                    <a:lumOff val="80000"/>
                  </a:schemeClr>
                </a:solidFill>
              </a:rPr>
              <a:t>Understand the effect of weather, holidays and time. </a:t>
            </a:r>
          </a:p>
          <a:p>
            <a:pPr marL="342900" lvl="1" indent="-342900">
              <a:spcBef>
                <a:spcPts val="1000"/>
              </a:spcBef>
              <a:buClr>
                <a:schemeClr val="bg2">
                  <a:lumMod val="40000"/>
                  <a:lumOff val="60000"/>
                </a:schemeClr>
              </a:buClr>
              <a:buSzPct val="80000"/>
              <a:buFont typeface="Courier New" panose="02070309020205020404" pitchFamily="49" charset="0"/>
              <a:buChar char="o"/>
            </a:pPr>
            <a:r>
              <a:rPr lang="en-IN" sz="1600" b="1" cap="all" dirty="0">
                <a:solidFill>
                  <a:schemeClr val="accent6">
                    <a:lumMod val="20000"/>
                    <a:lumOff val="80000"/>
                  </a:schemeClr>
                </a:solidFill>
              </a:rPr>
              <a:t>Create an </a:t>
            </a:r>
            <a:r>
              <a:rPr lang="en-IN" sz="1400" b="1" cap="all" dirty="0">
                <a:solidFill>
                  <a:schemeClr val="accent6">
                    <a:lumMod val="20000"/>
                    <a:lumOff val="80000"/>
                  </a:schemeClr>
                </a:solidFill>
              </a:rPr>
              <a:t>interactive</a:t>
            </a:r>
            <a:r>
              <a:rPr lang="en-IN" sz="1600" b="1" cap="all" dirty="0">
                <a:solidFill>
                  <a:schemeClr val="accent6">
                    <a:lumMod val="20000"/>
                    <a:lumOff val="80000"/>
                  </a:schemeClr>
                </a:solidFill>
              </a:rPr>
              <a:t> Excel dashboard. </a:t>
            </a:r>
          </a:p>
          <a:p>
            <a:pPr algn="ctr"/>
            <a:endParaRPr lang="en-IN" dirty="0"/>
          </a:p>
        </p:txBody>
      </p:sp>
      <p:sp>
        <p:nvSpPr>
          <p:cNvPr id="7" name="Rectangle 6">
            <a:extLst>
              <a:ext uri="{FF2B5EF4-FFF2-40B4-BE49-F238E27FC236}">
                <a16:creationId xmlns:a16="http://schemas.microsoft.com/office/drawing/2014/main" id="{8097D12F-4551-845A-073C-13514713ED33}"/>
              </a:ext>
            </a:extLst>
          </p:cNvPr>
          <p:cNvSpPr/>
          <p:nvPr/>
        </p:nvSpPr>
        <p:spPr>
          <a:xfrm>
            <a:off x="7371184" y="5350439"/>
            <a:ext cx="4693298" cy="1013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6">
                    <a:lumMod val="20000"/>
                    <a:lumOff val="80000"/>
                  </a:schemeClr>
                </a:solidFill>
              </a:rPr>
              <a:t>GUIDANCE:  </a:t>
            </a:r>
            <a:r>
              <a:rPr lang="en-IN" b="1" dirty="0">
                <a:solidFill>
                  <a:schemeClr val="bg1"/>
                </a:solidFill>
              </a:rPr>
              <a:t>NEXTHIKES IT SOLUTIONS</a:t>
            </a:r>
          </a:p>
          <a:p>
            <a:pPr algn="ctr"/>
            <a:r>
              <a:rPr lang="en-IN" b="1" dirty="0">
                <a:solidFill>
                  <a:schemeClr val="accent6">
                    <a:lumMod val="20000"/>
                    <a:lumOff val="80000"/>
                  </a:schemeClr>
                </a:solidFill>
              </a:rPr>
              <a:t>Presented BY: </a:t>
            </a:r>
            <a:r>
              <a:rPr lang="en-IN" b="1" dirty="0">
                <a:solidFill>
                  <a:schemeClr val="bg1"/>
                </a:solidFill>
              </a:rPr>
              <a:t>MANSHI AHUJA </a:t>
            </a:r>
            <a:endParaRPr lang="en-IN" b="1" dirty="0">
              <a:solidFill>
                <a:schemeClr val="tx1"/>
              </a:solidFill>
            </a:endParaRPr>
          </a:p>
        </p:txBody>
      </p:sp>
    </p:spTree>
    <p:extLst>
      <p:ext uri="{BB962C8B-B14F-4D97-AF65-F5344CB8AC3E}">
        <p14:creationId xmlns:p14="http://schemas.microsoft.com/office/powerpoint/2010/main" val="2246557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DD2B8-BE05-00AB-EFDC-3957575813C2}"/>
              </a:ext>
            </a:extLst>
          </p:cNvPr>
          <p:cNvSpPr>
            <a:spLocks noGrp="1"/>
          </p:cNvSpPr>
          <p:nvPr>
            <p:ph type="title"/>
          </p:nvPr>
        </p:nvSpPr>
        <p:spPr>
          <a:xfrm>
            <a:off x="-415619" y="-74645"/>
            <a:ext cx="12103765" cy="1763486"/>
          </a:xfrm>
        </p:spPr>
        <p:txBody>
          <a:bodyPr/>
          <a:lstStyle/>
          <a:p>
            <a:pPr algn="ctr"/>
            <a:r>
              <a:rPr lang="en-IN" sz="5400" b="1" dirty="0">
                <a:solidFill>
                  <a:schemeClr val="bg1"/>
                </a:solidFill>
              </a:rPr>
              <a:t> </a:t>
            </a:r>
            <a:r>
              <a:rPr lang="en-IN" sz="4400" b="1" dirty="0">
                <a:solidFill>
                  <a:schemeClr val="bg1"/>
                </a:solidFill>
              </a:rPr>
              <a:t>Dataset, Data Cleaning &amp; </a:t>
            </a:r>
            <a:br>
              <a:rPr lang="en-IN" sz="4400" b="1" dirty="0">
                <a:solidFill>
                  <a:schemeClr val="bg1"/>
                </a:solidFill>
              </a:rPr>
            </a:br>
            <a:r>
              <a:rPr lang="en-IN" sz="4400" b="1" dirty="0">
                <a:solidFill>
                  <a:schemeClr val="bg1"/>
                </a:solidFill>
              </a:rPr>
              <a:t>Analysis </a:t>
            </a:r>
            <a:endParaRPr lang="en-IN" sz="5400" dirty="0">
              <a:solidFill>
                <a:schemeClr val="bg1"/>
              </a:solidFill>
            </a:endParaRPr>
          </a:p>
        </p:txBody>
      </p:sp>
      <p:sp>
        <p:nvSpPr>
          <p:cNvPr id="3" name="Content Placeholder 2">
            <a:extLst>
              <a:ext uri="{FF2B5EF4-FFF2-40B4-BE49-F238E27FC236}">
                <a16:creationId xmlns:a16="http://schemas.microsoft.com/office/drawing/2014/main" id="{EC2A4306-C008-5F13-4804-A586F250A108}"/>
              </a:ext>
            </a:extLst>
          </p:cNvPr>
          <p:cNvSpPr>
            <a:spLocks noGrp="1"/>
          </p:cNvSpPr>
          <p:nvPr>
            <p:ph idx="1"/>
          </p:nvPr>
        </p:nvSpPr>
        <p:spPr>
          <a:xfrm>
            <a:off x="78159" y="807098"/>
            <a:ext cx="4484510" cy="2766321"/>
          </a:xfrm>
        </p:spPr>
        <p:txBody>
          <a:bodyPr>
            <a:normAutofit fontScale="92500" lnSpcReduction="10000"/>
          </a:bodyPr>
          <a:lstStyle/>
          <a:p>
            <a:r>
              <a:rPr lang="en-IN" sz="1400" b="1" dirty="0"/>
              <a:t>Dataset</a:t>
            </a:r>
          </a:p>
          <a:p>
            <a:r>
              <a:rPr lang="en-IN" sz="1400" b="1" dirty="0"/>
              <a:t>611 Records </a:t>
            </a:r>
          </a:p>
          <a:p>
            <a:r>
              <a:rPr lang="en-IN" sz="1400" b="1" dirty="0"/>
              <a:t>16 Columns </a:t>
            </a:r>
          </a:p>
          <a:p>
            <a:r>
              <a:rPr lang="en-IN" sz="1400" b="1" dirty="0"/>
              <a:t>Data Cleaning</a:t>
            </a:r>
          </a:p>
          <a:p>
            <a:r>
              <a:rPr lang="en-IN" sz="1200" b="1" dirty="0"/>
              <a:t>CLEANED DATASET 1 ,2 AND 3</a:t>
            </a:r>
          </a:p>
          <a:p>
            <a:r>
              <a:rPr lang="en-IN" sz="1400" b="1" dirty="0"/>
              <a:t>Merged 3 datasets using Power Query. </a:t>
            </a:r>
          </a:p>
          <a:p>
            <a:r>
              <a:rPr lang="en-IN" sz="1400" b="1" dirty="0"/>
              <a:t>Removed duplicates. </a:t>
            </a:r>
          </a:p>
          <a:p>
            <a:r>
              <a:rPr lang="en-IN" sz="1400" b="1" dirty="0"/>
              <a:t>Checked missing values. </a:t>
            </a:r>
          </a:p>
          <a:p>
            <a:r>
              <a:rPr lang="en-IN" sz="1400" b="1" dirty="0"/>
              <a:t>Renamed columns. </a:t>
            </a:r>
          </a:p>
          <a:p>
            <a:endParaRPr lang="en-IN" sz="1400" dirty="0"/>
          </a:p>
        </p:txBody>
      </p:sp>
      <p:sp>
        <p:nvSpPr>
          <p:cNvPr id="5" name="TextBox 4">
            <a:extLst>
              <a:ext uri="{FF2B5EF4-FFF2-40B4-BE49-F238E27FC236}">
                <a16:creationId xmlns:a16="http://schemas.microsoft.com/office/drawing/2014/main" id="{C1ED1D7E-D95C-A276-24B2-93E9F4A682A0}"/>
              </a:ext>
            </a:extLst>
          </p:cNvPr>
          <p:cNvSpPr txBox="1"/>
          <p:nvPr/>
        </p:nvSpPr>
        <p:spPr>
          <a:xfrm>
            <a:off x="8493566" y="1241768"/>
            <a:ext cx="5099989" cy="2308324"/>
          </a:xfrm>
          <a:prstGeom prst="rect">
            <a:avLst/>
          </a:prstGeom>
          <a:noFill/>
        </p:spPr>
        <p:txBody>
          <a:bodyPr wrap="square">
            <a:spAutoFit/>
          </a:bodyPr>
          <a:lstStyle/>
          <a:p>
            <a:r>
              <a:rPr lang="en-IN" sz="1600" b="1" dirty="0"/>
              <a:t>Excel Functions Used</a:t>
            </a:r>
          </a:p>
          <a:p>
            <a:r>
              <a:rPr lang="en-IN" sz="1600" dirty="0"/>
              <a:t>SUM(),AVERAGE(),MIN</a:t>
            </a:r>
          </a:p>
          <a:p>
            <a:r>
              <a:rPr lang="en-IN" sz="1600" dirty="0"/>
              <a:t>COUNT()</a:t>
            </a:r>
          </a:p>
          <a:p>
            <a:r>
              <a:rPr lang="en-IN" sz="1600" dirty="0"/>
              <a:t>SUMIF </a:t>
            </a:r>
          </a:p>
          <a:p>
            <a:r>
              <a:rPr lang="en-IN" sz="1600" dirty="0"/>
              <a:t>COUNTIF </a:t>
            </a:r>
          </a:p>
          <a:p>
            <a:r>
              <a:rPr lang="en-IN" sz="1600" dirty="0"/>
              <a:t>AVERAGE </a:t>
            </a:r>
          </a:p>
          <a:p>
            <a:r>
              <a:rPr lang="en-IN" sz="1600" dirty="0"/>
              <a:t>VLOOKUP </a:t>
            </a:r>
          </a:p>
          <a:p>
            <a:r>
              <a:rPr lang="en-IN" sz="1600" dirty="0"/>
              <a:t>XLOOKUP </a:t>
            </a:r>
          </a:p>
          <a:p>
            <a:r>
              <a:rPr lang="en-IN" sz="1600" dirty="0"/>
              <a:t>INDEX + MATCH</a:t>
            </a:r>
          </a:p>
        </p:txBody>
      </p:sp>
      <p:pic>
        <p:nvPicPr>
          <p:cNvPr id="7" name="Picture 6">
            <a:extLst>
              <a:ext uri="{FF2B5EF4-FFF2-40B4-BE49-F238E27FC236}">
                <a16:creationId xmlns:a16="http://schemas.microsoft.com/office/drawing/2014/main" id="{22E8E266-5006-1D3B-D2BC-C248F40563B6}"/>
              </a:ext>
            </a:extLst>
          </p:cNvPr>
          <p:cNvPicPr>
            <a:picLocks noChangeAspect="1"/>
          </p:cNvPicPr>
          <p:nvPr/>
        </p:nvPicPr>
        <p:blipFill>
          <a:blip r:embed="rId2"/>
          <a:srcRect t="28895" r="74057" b="43878"/>
          <a:stretch>
            <a:fillRect/>
          </a:stretch>
        </p:blipFill>
        <p:spPr>
          <a:xfrm>
            <a:off x="4009056" y="1663268"/>
            <a:ext cx="3620277" cy="2079310"/>
          </a:xfrm>
          <a:prstGeom prst="rect">
            <a:avLst/>
          </a:prstGeom>
        </p:spPr>
      </p:pic>
      <p:pic>
        <p:nvPicPr>
          <p:cNvPr id="9" name="Picture 8">
            <a:extLst>
              <a:ext uri="{FF2B5EF4-FFF2-40B4-BE49-F238E27FC236}">
                <a16:creationId xmlns:a16="http://schemas.microsoft.com/office/drawing/2014/main" id="{FBBF4482-19EC-B01E-87D3-7A1D4D2362E6}"/>
              </a:ext>
            </a:extLst>
          </p:cNvPr>
          <p:cNvPicPr>
            <a:picLocks noChangeAspect="1"/>
          </p:cNvPicPr>
          <p:nvPr/>
        </p:nvPicPr>
        <p:blipFill>
          <a:blip r:embed="rId2"/>
          <a:srcRect l="34745" t="30769" r="33189" b="53529"/>
          <a:stretch>
            <a:fillRect/>
          </a:stretch>
        </p:blipFill>
        <p:spPr>
          <a:xfrm>
            <a:off x="7847415" y="3969984"/>
            <a:ext cx="4061929" cy="1646248"/>
          </a:xfrm>
          <a:prstGeom prst="rect">
            <a:avLst/>
          </a:prstGeom>
        </p:spPr>
      </p:pic>
      <p:pic>
        <p:nvPicPr>
          <p:cNvPr id="11" name="Picture 10">
            <a:extLst>
              <a:ext uri="{FF2B5EF4-FFF2-40B4-BE49-F238E27FC236}">
                <a16:creationId xmlns:a16="http://schemas.microsoft.com/office/drawing/2014/main" id="{06511A23-7027-5E57-E9E9-844ECBCE94C3}"/>
              </a:ext>
            </a:extLst>
          </p:cNvPr>
          <p:cNvPicPr>
            <a:picLocks noChangeAspect="1"/>
          </p:cNvPicPr>
          <p:nvPr/>
        </p:nvPicPr>
        <p:blipFill>
          <a:blip r:embed="rId2"/>
          <a:srcRect t="55979" r="72985" b="23133"/>
          <a:stretch>
            <a:fillRect/>
          </a:stretch>
        </p:blipFill>
        <p:spPr>
          <a:xfrm>
            <a:off x="4015695" y="4080501"/>
            <a:ext cx="3445632" cy="1900421"/>
          </a:xfrm>
          <a:prstGeom prst="rect">
            <a:avLst/>
          </a:prstGeom>
        </p:spPr>
      </p:pic>
      <p:sp>
        <p:nvSpPr>
          <p:cNvPr id="13" name="TextBox 12">
            <a:extLst>
              <a:ext uri="{FF2B5EF4-FFF2-40B4-BE49-F238E27FC236}">
                <a16:creationId xmlns:a16="http://schemas.microsoft.com/office/drawing/2014/main" id="{D2D5659A-7CE4-8FA2-75A4-3AE54125E828}"/>
              </a:ext>
            </a:extLst>
          </p:cNvPr>
          <p:cNvSpPr txBox="1"/>
          <p:nvPr/>
        </p:nvSpPr>
        <p:spPr>
          <a:xfrm>
            <a:off x="152028" y="3742578"/>
            <a:ext cx="3477580" cy="2308324"/>
          </a:xfrm>
          <a:prstGeom prst="rect">
            <a:avLst/>
          </a:prstGeom>
          <a:noFill/>
        </p:spPr>
        <p:txBody>
          <a:bodyPr wrap="square">
            <a:spAutoFit/>
          </a:bodyPr>
          <a:lstStyle/>
          <a:p>
            <a:r>
              <a:rPr lang="en-IN" b="1" dirty="0"/>
              <a:t>Collect Data → Merge Data → Clean Data → Transform Data → Apply Excel Functions → Create Analysis Sheet → Create Pivot Tables → Create Pivot Charts → Build Dashboard → Add Slicers → Generate Insights</a:t>
            </a:r>
          </a:p>
        </p:txBody>
      </p:sp>
    </p:spTree>
    <p:extLst>
      <p:ext uri="{BB962C8B-B14F-4D97-AF65-F5344CB8AC3E}">
        <p14:creationId xmlns:p14="http://schemas.microsoft.com/office/powerpoint/2010/main" val="4227808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7AEA421-5F29-4BA7-9360-2501B5987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3" name="Freeform 7">
            <a:extLst>
              <a:ext uri="{FF2B5EF4-FFF2-40B4-BE49-F238E27FC236}">
                <a16:creationId xmlns:a16="http://schemas.microsoft.com/office/drawing/2014/main" id="{9348F0CB-4904-4DEF-BDD4-ADEC2DCC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3A26740-BA62-D82B-30FB-CDE2A7B70B05}"/>
              </a:ext>
            </a:extLst>
          </p:cNvPr>
          <p:cNvSpPr>
            <a:spLocks noGrp="1"/>
          </p:cNvSpPr>
          <p:nvPr>
            <p:ph type="title"/>
          </p:nvPr>
        </p:nvSpPr>
        <p:spPr>
          <a:xfrm>
            <a:off x="415665" y="443576"/>
            <a:ext cx="9252154" cy="1016654"/>
          </a:xfrm>
        </p:spPr>
        <p:txBody>
          <a:bodyPr>
            <a:normAutofit/>
          </a:bodyPr>
          <a:lstStyle/>
          <a:p>
            <a:r>
              <a:rPr lang="en-IN" sz="4800" b="1" dirty="0">
                <a:solidFill>
                  <a:schemeClr val="tx2">
                    <a:lumMod val="10000"/>
                  </a:schemeClr>
                </a:solidFill>
              </a:rPr>
              <a:t>HOURLY</a:t>
            </a:r>
            <a:r>
              <a:rPr lang="en-IN" b="1" dirty="0">
                <a:solidFill>
                  <a:schemeClr val="tx2">
                    <a:lumMod val="10000"/>
                  </a:schemeClr>
                </a:solidFill>
              </a:rPr>
              <a:t> DEMAND ANALYSIS</a:t>
            </a:r>
          </a:p>
        </p:txBody>
      </p:sp>
      <p:sp>
        <p:nvSpPr>
          <p:cNvPr id="24" name="Rectangle 23">
            <a:extLst>
              <a:ext uri="{FF2B5EF4-FFF2-40B4-BE49-F238E27FC236}">
                <a16:creationId xmlns:a16="http://schemas.microsoft.com/office/drawing/2014/main" id="{1583E1B8-79B3-49BB-8704-58E4AB1AF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5" name="Freeform: Shape 24">
            <a:extLst>
              <a:ext uri="{FF2B5EF4-FFF2-40B4-BE49-F238E27FC236}">
                <a16:creationId xmlns:a16="http://schemas.microsoft.com/office/drawing/2014/main" id="{7BB34D5F-2B87-438E-8236-69C6068D4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graphicFrame>
        <p:nvGraphicFramePr>
          <p:cNvPr id="4" name="Content Placeholder 3">
            <a:extLst>
              <a:ext uri="{FF2B5EF4-FFF2-40B4-BE49-F238E27FC236}">
                <a16:creationId xmlns:a16="http://schemas.microsoft.com/office/drawing/2014/main" id="{F33F4531-282F-8C7B-716B-88A2E95BFD44}"/>
              </a:ext>
            </a:extLst>
          </p:cNvPr>
          <p:cNvGraphicFramePr>
            <a:graphicFrameLocks noGrp="1"/>
          </p:cNvGraphicFramePr>
          <p:nvPr>
            <p:ph idx="1"/>
            <p:extLst>
              <p:ext uri="{D42A27DB-BD31-4B8C-83A1-F6EECF244321}">
                <p14:modId xmlns:p14="http://schemas.microsoft.com/office/powerpoint/2010/main" val="850021955"/>
              </p:ext>
            </p:extLst>
          </p:nvPr>
        </p:nvGraphicFramePr>
        <p:xfrm>
          <a:off x="-418" y="2682437"/>
          <a:ext cx="12191999" cy="36495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7534452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2541F-CA02-A0C4-7812-8AEA2A74AE2B}"/>
              </a:ext>
            </a:extLst>
          </p:cNvPr>
          <p:cNvSpPr>
            <a:spLocks noGrp="1"/>
          </p:cNvSpPr>
          <p:nvPr>
            <p:ph type="title"/>
          </p:nvPr>
        </p:nvSpPr>
        <p:spPr>
          <a:xfrm>
            <a:off x="0" y="0"/>
            <a:ext cx="12192000" cy="918262"/>
          </a:xfrm>
        </p:spPr>
        <p:txBody>
          <a:bodyPr/>
          <a:lstStyle/>
          <a:p>
            <a:pPr algn="ctr"/>
            <a:r>
              <a:rPr lang="en-IN" sz="4800" b="1" dirty="0">
                <a:solidFill>
                  <a:schemeClr val="tx2">
                    <a:lumMod val="10000"/>
                  </a:schemeClr>
                </a:solidFill>
              </a:rPr>
              <a:t>MONTHLY RENTAL TREND</a:t>
            </a:r>
          </a:p>
        </p:txBody>
      </p:sp>
      <p:graphicFrame>
        <p:nvGraphicFramePr>
          <p:cNvPr id="6" name="Content Placeholder 5">
            <a:extLst>
              <a:ext uri="{FF2B5EF4-FFF2-40B4-BE49-F238E27FC236}">
                <a16:creationId xmlns:a16="http://schemas.microsoft.com/office/drawing/2014/main" id="{02E58919-3D4E-42A6-BE77-7B98875215E5}"/>
              </a:ext>
            </a:extLst>
          </p:cNvPr>
          <p:cNvGraphicFramePr>
            <a:graphicFrameLocks noGrp="1"/>
          </p:cNvGraphicFramePr>
          <p:nvPr>
            <p:ph idx="1"/>
            <p:extLst>
              <p:ext uri="{D42A27DB-BD31-4B8C-83A1-F6EECF244321}">
                <p14:modId xmlns:p14="http://schemas.microsoft.com/office/powerpoint/2010/main" val="3846895303"/>
              </p:ext>
            </p:extLst>
          </p:nvPr>
        </p:nvGraphicFramePr>
        <p:xfrm>
          <a:off x="0" y="1154237"/>
          <a:ext cx="12192000" cy="3240482"/>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0AD94F54-EFF4-9F74-2809-B3B4FE8451F6}"/>
              </a:ext>
            </a:extLst>
          </p:cNvPr>
          <p:cNvSpPr txBox="1"/>
          <p:nvPr/>
        </p:nvSpPr>
        <p:spPr>
          <a:xfrm>
            <a:off x="0" y="4630694"/>
            <a:ext cx="12192000" cy="1785104"/>
          </a:xfrm>
          <a:prstGeom prst="rect">
            <a:avLst/>
          </a:prstGeom>
          <a:noFill/>
        </p:spPr>
        <p:txBody>
          <a:bodyPr wrap="square">
            <a:spAutoFit/>
          </a:bodyPr>
          <a:lstStyle/>
          <a:p>
            <a:pPr>
              <a:buNone/>
            </a:pPr>
            <a:r>
              <a:rPr lang="en-IN" b="1" dirty="0">
                <a:solidFill>
                  <a:schemeClr val="bg1"/>
                </a:solidFill>
              </a:rPr>
              <a:t>(Observations)</a:t>
            </a:r>
            <a:endParaRPr lang="en-IN" dirty="0">
              <a:solidFill>
                <a:schemeClr val="bg1"/>
              </a:solidFill>
            </a:endParaRPr>
          </a:p>
          <a:p>
            <a:pPr>
              <a:buFont typeface="Arial" panose="020B0604020202020204" pitchFamily="34" charset="0"/>
              <a:buChar char="•"/>
            </a:pPr>
            <a:r>
              <a:rPr lang="en-IN" dirty="0"/>
              <a:t> </a:t>
            </a:r>
            <a:r>
              <a:rPr lang="en-IN" b="1" dirty="0"/>
              <a:t>January recorded the highest number of bike rentals.</a:t>
            </a:r>
            <a:r>
              <a:rPr lang="en-IN" dirty="0"/>
              <a:t> </a:t>
            </a:r>
          </a:p>
          <a:p>
            <a:pPr>
              <a:buFont typeface="Arial" panose="020B0604020202020204" pitchFamily="34" charset="0"/>
              <a:buChar char="•"/>
            </a:pPr>
            <a:r>
              <a:rPr lang="en-IN" dirty="0"/>
              <a:t> </a:t>
            </a:r>
            <a:r>
              <a:rPr lang="en-IN" b="1" dirty="0"/>
              <a:t>February recorded comparatively lower rentals.</a:t>
            </a:r>
            <a:r>
              <a:rPr lang="en-IN" dirty="0"/>
              <a:t> </a:t>
            </a:r>
          </a:p>
          <a:p>
            <a:pPr>
              <a:buFont typeface="Arial" panose="020B0604020202020204" pitchFamily="34" charset="0"/>
              <a:buChar char="•"/>
            </a:pPr>
            <a:r>
              <a:rPr lang="en-IN" dirty="0"/>
              <a:t> </a:t>
            </a:r>
            <a:r>
              <a:rPr lang="en-IN" b="1" dirty="0"/>
              <a:t>This indicates that customer demand was higher in January during the available dataset period.</a:t>
            </a:r>
            <a:r>
              <a:rPr lang="en-IN" dirty="0"/>
              <a:t> </a:t>
            </a:r>
          </a:p>
          <a:p>
            <a:pPr>
              <a:buNone/>
            </a:pPr>
            <a:r>
              <a:rPr lang="en-IN" sz="2000" b="1" dirty="0">
                <a:solidFill>
                  <a:schemeClr val="bg1"/>
                </a:solidFill>
              </a:rPr>
              <a:t>Conclusion:</a:t>
            </a:r>
            <a:endParaRPr lang="en-IN" sz="2000" dirty="0">
              <a:solidFill>
                <a:schemeClr val="bg1"/>
              </a:solidFill>
            </a:endParaRPr>
          </a:p>
          <a:p>
            <a:pPr>
              <a:buNone/>
            </a:pPr>
            <a:r>
              <a:rPr lang="en-IN" dirty="0"/>
              <a:t>Monthly analysis helps identify demand patterns and supports better business planning.</a:t>
            </a:r>
          </a:p>
        </p:txBody>
      </p:sp>
    </p:spTree>
    <p:extLst>
      <p:ext uri="{BB962C8B-B14F-4D97-AF65-F5344CB8AC3E}">
        <p14:creationId xmlns:p14="http://schemas.microsoft.com/office/powerpoint/2010/main" val="2579381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DF28F-4AD3-3D6C-5B28-20441F833172}"/>
              </a:ext>
            </a:extLst>
          </p:cNvPr>
          <p:cNvSpPr>
            <a:spLocks noGrp="1"/>
          </p:cNvSpPr>
          <p:nvPr>
            <p:ph type="title"/>
          </p:nvPr>
        </p:nvSpPr>
        <p:spPr>
          <a:xfrm>
            <a:off x="49762" y="0"/>
            <a:ext cx="12142237" cy="934065"/>
          </a:xfrm>
        </p:spPr>
        <p:txBody>
          <a:bodyPr/>
          <a:lstStyle/>
          <a:p>
            <a:pPr algn="ctr"/>
            <a:r>
              <a:rPr lang="en-US" sz="7200" b="1" dirty="0">
                <a:solidFill>
                  <a:schemeClr val="tx2">
                    <a:lumMod val="10000"/>
                  </a:schemeClr>
                </a:solidFill>
              </a:rPr>
              <a:t>DASHBOARD</a:t>
            </a:r>
            <a:br>
              <a:rPr lang="en-US" sz="5400" dirty="0"/>
            </a:br>
            <a:endParaRPr lang="en-IN" sz="5400" dirty="0"/>
          </a:p>
        </p:txBody>
      </p:sp>
      <p:pic>
        <p:nvPicPr>
          <p:cNvPr id="17" name="Picture 16">
            <a:extLst>
              <a:ext uri="{FF2B5EF4-FFF2-40B4-BE49-F238E27FC236}">
                <a16:creationId xmlns:a16="http://schemas.microsoft.com/office/drawing/2014/main" id="{2B82C7A6-8F6E-DA3C-8141-F7C97D9B2FF2}"/>
              </a:ext>
            </a:extLst>
          </p:cNvPr>
          <p:cNvPicPr>
            <a:picLocks noChangeAspect="1"/>
          </p:cNvPicPr>
          <p:nvPr/>
        </p:nvPicPr>
        <p:blipFill>
          <a:blip r:embed="rId2"/>
          <a:srcRect t="22269" b="6423"/>
          <a:stretch>
            <a:fillRect/>
          </a:stretch>
        </p:blipFill>
        <p:spPr>
          <a:xfrm>
            <a:off x="-1" y="1353943"/>
            <a:ext cx="12192000" cy="4515014"/>
          </a:xfrm>
          <a:prstGeom prst="rect">
            <a:avLst/>
          </a:prstGeom>
        </p:spPr>
      </p:pic>
    </p:spTree>
    <p:extLst>
      <p:ext uri="{BB962C8B-B14F-4D97-AF65-F5344CB8AC3E}">
        <p14:creationId xmlns:p14="http://schemas.microsoft.com/office/powerpoint/2010/main" val="651527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13EBD-2F18-B911-182C-A804BC8AC05A}"/>
              </a:ext>
            </a:extLst>
          </p:cNvPr>
          <p:cNvSpPr>
            <a:spLocks noGrp="1"/>
          </p:cNvSpPr>
          <p:nvPr>
            <p:ph type="title"/>
          </p:nvPr>
        </p:nvSpPr>
        <p:spPr>
          <a:xfrm>
            <a:off x="0" y="0"/>
            <a:ext cx="12192000" cy="694947"/>
          </a:xfrm>
        </p:spPr>
        <p:txBody>
          <a:bodyPr/>
          <a:lstStyle/>
          <a:p>
            <a:pPr algn="ctr"/>
            <a:r>
              <a:rPr lang="en-US" b="1" dirty="0">
                <a:solidFill>
                  <a:schemeClr val="tx2">
                    <a:lumMod val="10000"/>
                  </a:schemeClr>
                </a:solidFill>
              </a:rPr>
              <a:t>STAR ANALYSIS</a:t>
            </a:r>
            <a:endParaRPr lang="en-IN" b="1" dirty="0">
              <a:solidFill>
                <a:schemeClr val="tx2">
                  <a:lumMod val="10000"/>
                </a:schemeClr>
              </a:solidFill>
            </a:endParaRPr>
          </a:p>
        </p:txBody>
      </p:sp>
      <p:sp>
        <p:nvSpPr>
          <p:cNvPr id="3" name="Content Placeholder 2">
            <a:extLst>
              <a:ext uri="{FF2B5EF4-FFF2-40B4-BE49-F238E27FC236}">
                <a16:creationId xmlns:a16="http://schemas.microsoft.com/office/drawing/2014/main" id="{E11EBEF0-CE38-2F21-0F9F-6EB13091982D}"/>
              </a:ext>
            </a:extLst>
          </p:cNvPr>
          <p:cNvSpPr>
            <a:spLocks noGrp="1"/>
          </p:cNvSpPr>
          <p:nvPr>
            <p:ph idx="1"/>
          </p:nvPr>
        </p:nvSpPr>
        <p:spPr>
          <a:xfrm>
            <a:off x="104938" y="905253"/>
            <a:ext cx="5577406" cy="2183179"/>
          </a:xfrm>
        </p:spPr>
        <p:txBody>
          <a:bodyPr>
            <a:normAutofit/>
          </a:bodyPr>
          <a:lstStyle/>
          <a:p>
            <a:pPr marL="0" indent="0">
              <a:buNone/>
            </a:pPr>
            <a:r>
              <a:rPr lang="en-IN" b="1" dirty="0">
                <a:solidFill>
                  <a:schemeClr val="accent4">
                    <a:lumMod val="60000"/>
                    <a:lumOff val="40000"/>
                  </a:schemeClr>
                </a:solidFill>
              </a:rPr>
              <a:t>Situation (S)</a:t>
            </a:r>
          </a:p>
          <a:p>
            <a:pPr marL="0" indent="0">
              <a:buNone/>
            </a:pPr>
            <a:r>
              <a:rPr lang="en-IN" sz="1600" b="1" i="1" dirty="0"/>
              <a:t>I was provided with a bike sharing rental dataset containing information such as date, season, weather, holiday, temperature, casual users, registered users, and total rentals. The data was distributed across three separate datasets and required preprocessing before analysis.</a:t>
            </a:r>
          </a:p>
          <a:p>
            <a:endParaRPr lang="en-IN" dirty="0"/>
          </a:p>
        </p:txBody>
      </p:sp>
      <p:sp>
        <p:nvSpPr>
          <p:cNvPr id="5" name="TextBox 4">
            <a:extLst>
              <a:ext uri="{FF2B5EF4-FFF2-40B4-BE49-F238E27FC236}">
                <a16:creationId xmlns:a16="http://schemas.microsoft.com/office/drawing/2014/main" id="{97D55185-F9CF-661E-0069-E30E9BD7069A}"/>
              </a:ext>
            </a:extLst>
          </p:cNvPr>
          <p:cNvSpPr txBox="1"/>
          <p:nvPr/>
        </p:nvSpPr>
        <p:spPr>
          <a:xfrm>
            <a:off x="5857291" y="905253"/>
            <a:ext cx="5805974" cy="1692771"/>
          </a:xfrm>
          <a:prstGeom prst="rect">
            <a:avLst/>
          </a:prstGeom>
          <a:noFill/>
        </p:spPr>
        <p:txBody>
          <a:bodyPr wrap="square">
            <a:spAutoFit/>
          </a:bodyPr>
          <a:lstStyle/>
          <a:p>
            <a:pPr>
              <a:buNone/>
            </a:pPr>
            <a:r>
              <a:rPr lang="en-IN" sz="2000" b="1" dirty="0">
                <a:solidFill>
                  <a:schemeClr val="accent6">
                    <a:lumMod val="50000"/>
                  </a:schemeClr>
                </a:solidFill>
              </a:rPr>
              <a:t>Task (T)</a:t>
            </a:r>
          </a:p>
          <a:p>
            <a:pPr>
              <a:buNone/>
            </a:pPr>
            <a:r>
              <a:rPr lang="en-IN" sz="1400" b="1" i="1" dirty="0"/>
              <a:t>My objective was to:</a:t>
            </a:r>
          </a:p>
          <a:p>
            <a:pPr>
              <a:buFont typeface="Arial" panose="020B0604020202020204" pitchFamily="34" charset="0"/>
              <a:buChar char="•"/>
            </a:pPr>
            <a:r>
              <a:rPr lang="en-IN" sz="1400" b="1" i="1" dirty="0"/>
              <a:t>Clean and merge the datasets. </a:t>
            </a:r>
          </a:p>
          <a:p>
            <a:pPr>
              <a:buFont typeface="Arial" panose="020B0604020202020204" pitchFamily="34" charset="0"/>
              <a:buChar char="•"/>
            </a:pPr>
            <a:r>
              <a:rPr lang="en-IN" sz="1400" b="1" i="1" dirty="0"/>
              <a:t>Analyse rental trends and customer behaviour. </a:t>
            </a:r>
          </a:p>
          <a:p>
            <a:pPr>
              <a:buFont typeface="Arial" panose="020B0604020202020204" pitchFamily="34" charset="0"/>
              <a:buChar char="•"/>
            </a:pPr>
            <a:r>
              <a:rPr lang="en-IN" sz="1400" b="1" i="1" dirty="0"/>
              <a:t>Create an interactive Excel dashboard. </a:t>
            </a:r>
          </a:p>
          <a:p>
            <a:pPr>
              <a:buFont typeface="Arial" panose="020B0604020202020204" pitchFamily="34" charset="0"/>
              <a:buChar char="•"/>
            </a:pPr>
            <a:r>
              <a:rPr lang="en-IN" sz="1400" b="1" i="1" dirty="0"/>
              <a:t>Identify the impact of weather, holidays, and time on bike rentals.</a:t>
            </a:r>
          </a:p>
        </p:txBody>
      </p:sp>
      <p:sp>
        <p:nvSpPr>
          <p:cNvPr id="7" name="TextBox 6">
            <a:extLst>
              <a:ext uri="{FF2B5EF4-FFF2-40B4-BE49-F238E27FC236}">
                <a16:creationId xmlns:a16="http://schemas.microsoft.com/office/drawing/2014/main" id="{0CAEEC01-878F-5D5F-4412-E98C16938CB2}"/>
              </a:ext>
            </a:extLst>
          </p:cNvPr>
          <p:cNvSpPr txBox="1"/>
          <p:nvPr/>
        </p:nvSpPr>
        <p:spPr>
          <a:xfrm>
            <a:off x="104937" y="3429000"/>
            <a:ext cx="5615181" cy="2092881"/>
          </a:xfrm>
          <a:prstGeom prst="rect">
            <a:avLst/>
          </a:prstGeom>
          <a:noFill/>
        </p:spPr>
        <p:txBody>
          <a:bodyPr wrap="square">
            <a:spAutoFit/>
          </a:bodyPr>
          <a:lstStyle/>
          <a:p>
            <a:pPr>
              <a:buNone/>
            </a:pPr>
            <a:r>
              <a:rPr lang="en-IN" b="1" dirty="0">
                <a:solidFill>
                  <a:schemeClr val="accent2"/>
                </a:solidFill>
              </a:rPr>
              <a:t>Action (A)</a:t>
            </a:r>
          </a:p>
          <a:p>
            <a:pPr>
              <a:buFont typeface="Arial" panose="020B0604020202020204" pitchFamily="34" charset="0"/>
              <a:buChar char="•"/>
            </a:pPr>
            <a:r>
              <a:rPr lang="en-IN" sz="1400" b="1" i="1" dirty="0"/>
              <a:t>Merged three datasets using Power Query. </a:t>
            </a:r>
          </a:p>
          <a:p>
            <a:pPr>
              <a:buFont typeface="Arial" panose="020B0604020202020204" pitchFamily="34" charset="0"/>
              <a:buChar char="•"/>
            </a:pPr>
            <a:r>
              <a:rPr lang="en-IN" sz="1400" b="1" i="1" dirty="0"/>
              <a:t>Performed data cleaning by checking missing values and duplicates. </a:t>
            </a:r>
          </a:p>
          <a:p>
            <a:pPr>
              <a:buFont typeface="Arial" panose="020B0604020202020204" pitchFamily="34" charset="0"/>
              <a:buChar char="•"/>
            </a:pPr>
            <a:r>
              <a:rPr lang="en-IN" sz="1400" b="1" i="1" dirty="0"/>
              <a:t>Applied Excel functions such as SUMIF, COUNTIF, VLOOKUP, XLOOKUP, and INDEX + MATCH. </a:t>
            </a:r>
          </a:p>
          <a:p>
            <a:pPr>
              <a:buFont typeface="Arial" panose="020B0604020202020204" pitchFamily="34" charset="0"/>
              <a:buChar char="•"/>
            </a:pPr>
            <a:r>
              <a:rPr lang="en-IN" sz="1400" b="1" i="1" dirty="0"/>
              <a:t>Created Pivot Tables and Pivot Charts for data analysis. </a:t>
            </a:r>
          </a:p>
          <a:p>
            <a:pPr>
              <a:buFont typeface="Arial" panose="020B0604020202020204" pitchFamily="34" charset="0"/>
              <a:buChar char="•"/>
            </a:pPr>
            <a:r>
              <a:rPr lang="en-IN" sz="1400" b="1" i="1" dirty="0"/>
              <a:t>Designed an interactive dashboard with KPI Cards, Charts, and Slicers.</a:t>
            </a:r>
          </a:p>
        </p:txBody>
      </p:sp>
      <p:sp>
        <p:nvSpPr>
          <p:cNvPr id="9" name="TextBox 8">
            <a:extLst>
              <a:ext uri="{FF2B5EF4-FFF2-40B4-BE49-F238E27FC236}">
                <a16:creationId xmlns:a16="http://schemas.microsoft.com/office/drawing/2014/main" id="{090D4B92-C270-59D6-E51E-CD51C0730C6C}"/>
              </a:ext>
            </a:extLst>
          </p:cNvPr>
          <p:cNvSpPr txBox="1"/>
          <p:nvPr/>
        </p:nvSpPr>
        <p:spPr>
          <a:xfrm>
            <a:off x="5930023" y="3502186"/>
            <a:ext cx="5343462" cy="2092881"/>
          </a:xfrm>
          <a:prstGeom prst="rect">
            <a:avLst/>
          </a:prstGeom>
          <a:noFill/>
        </p:spPr>
        <p:txBody>
          <a:bodyPr wrap="square">
            <a:spAutoFit/>
          </a:bodyPr>
          <a:lstStyle/>
          <a:p>
            <a:pPr>
              <a:buNone/>
            </a:pPr>
            <a:r>
              <a:rPr lang="en-IN" b="1" dirty="0">
                <a:solidFill>
                  <a:schemeClr val="tx2">
                    <a:lumMod val="10000"/>
                  </a:schemeClr>
                </a:solidFill>
              </a:rPr>
              <a:t>Result (R)</a:t>
            </a:r>
          </a:p>
          <a:p>
            <a:pPr>
              <a:buFont typeface="Arial" panose="020B0604020202020204" pitchFamily="34" charset="0"/>
              <a:buChar char="•"/>
            </a:pPr>
            <a:r>
              <a:rPr lang="en-IN" sz="1400" b="1" i="1" dirty="0"/>
              <a:t>January recorded higher rentals than February</a:t>
            </a:r>
          </a:p>
          <a:p>
            <a:pPr>
              <a:buFont typeface="Arial" panose="020B0604020202020204" pitchFamily="34" charset="0"/>
              <a:buChar char="•"/>
            </a:pPr>
            <a:r>
              <a:rPr lang="en-IN" sz="1400" b="1" i="1" dirty="0"/>
              <a:t>Partly Cloudy weather recorded the highest rentals. </a:t>
            </a:r>
          </a:p>
          <a:p>
            <a:pPr>
              <a:buFont typeface="Arial" panose="020B0604020202020204" pitchFamily="34" charset="0"/>
              <a:buChar char="•"/>
            </a:pPr>
            <a:r>
              <a:rPr lang="en-IN" sz="1400" b="1" i="1" dirty="0"/>
              <a:t>Registered users contributed significantly more rentals than casual users. </a:t>
            </a:r>
          </a:p>
          <a:p>
            <a:pPr>
              <a:buFont typeface="Arial" panose="020B0604020202020204" pitchFamily="34" charset="0"/>
              <a:buChar char="•"/>
            </a:pPr>
            <a:r>
              <a:rPr lang="en-IN" sz="1400" b="1" i="1" dirty="0"/>
              <a:t>Peak rental demand occurred during specific hours of the day. </a:t>
            </a:r>
          </a:p>
          <a:p>
            <a:pPr>
              <a:buFont typeface="Arial" panose="020B0604020202020204" pitchFamily="34" charset="0"/>
              <a:buChar char="•"/>
            </a:pPr>
            <a:r>
              <a:rPr lang="en-IN" sz="1400" b="1" i="1" dirty="0"/>
              <a:t>Interactive slicers made data filtering and analysis fast and efficient.</a:t>
            </a:r>
          </a:p>
        </p:txBody>
      </p:sp>
      <p:cxnSp>
        <p:nvCxnSpPr>
          <p:cNvPr id="15" name="Straight Connector 14">
            <a:extLst>
              <a:ext uri="{FF2B5EF4-FFF2-40B4-BE49-F238E27FC236}">
                <a16:creationId xmlns:a16="http://schemas.microsoft.com/office/drawing/2014/main" id="{680C4EFB-DD96-A37E-0FBE-A45E2740A992}"/>
              </a:ext>
            </a:extLst>
          </p:cNvPr>
          <p:cNvCxnSpPr>
            <a:cxnSpLocks/>
          </p:cNvCxnSpPr>
          <p:nvPr/>
        </p:nvCxnSpPr>
        <p:spPr>
          <a:xfrm>
            <a:off x="5658305" y="694947"/>
            <a:ext cx="61814" cy="6041572"/>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4D2F4B1-DA7D-A4A1-B622-75BC68931AF0}"/>
              </a:ext>
            </a:extLst>
          </p:cNvPr>
          <p:cNvCxnSpPr>
            <a:cxnSpLocks/>
          </p:cNvCxnSpPr>
          <p:nvPr/>
        </p:nvCxnSpPr>
        <p:spPr>
          <a:xfrm>
            <a:off x="98070" y="3088432"/>
            <a:ext cx="12274322"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00984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865F9-FACC-9966-B189-A31B8FFA22C6}"/>
              </a:ext>
            </a:extLst>
          </p:cNvPr>
          <p:cNvSpPr>
            <a:spLocks noGrp="1"/>
          </p:cNvSpPr>
          <p:nvPr>
            <p:ph type="title"/>
          </p:nvPr>
        </p:nvSpPr>
        <p:spPr>
          <a:xfrm>
            <a:off x="87353" y="2066913"/>
            <a:ext cx="12104647" cy="1991903"/>
          </a:xfrm>
        </p:spPr>
        <p:txBody>
          <a:bodyPr/>
          <a:lstStyle/>
          <a:p>
            <a:pPr algn="ctr"/>
            <a:r>
              <a:rPr lang="en-US" sz="11500" b="1" i="1" dirty="0"/>
              <a:t>THANK YOU</a:t>
            </a:r>
            <a:endParaRPr lang="en-IN" sz="11500" b="1" i="1" dirty="0"/>
          </a:p>
        </p:txBody>
      </p:sp>
    </p:spTree>
    <p:extLst>
      <p:ext uri="{BB962C8B-B14F-4D97-AF65-F5344CB8AC3E}">
        <p14:creationId xmlns:p14="http://schemas.microsoft.com/office/powerpoint/2010/main" val="28735122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Wood Type</Template>
  <TotalTime>124</TotalTime>
  <Words>401</Words>
  <Application>Microsoft Office PowerPoint</Application>
  <PresentationFormat>Widescreen</PresentationFormat>
  <Paragraphs>60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Century Gothic</vt:lpstr>
      <vt:lpstr>Courier New</vt:lpstr>
      <vt:lpstr>Wingdings 3</vt:lpstr>
      <vt:lpstr>Ion</vt:lpstr>
      <vt:lpstr>BIKE SHARING DEMAND  ANALYSIS</vt:lpstr>
      <vt:lpstr> Dataset, Data Cleaning &amp;  Analysis </vt:lpstr>
      <vt:lpstr>HOURLY DEMAND ANALYSIS</vt:lpstr>
      <vt:lpstr>MONTHLY RENTAL TREND</vt:lpstr>
      <vt:lpstr>DASHBOARD </vt:lpstr>
      <vt:lpstr>STAR ANALYSIS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mansi ahuja</dc:creator>
  <cp:lastModifiedBy>mansi ahuja</cp:lastModifiedBy>
  <cp:revision>1</cp:revision>
  <dcterms:created xsi:type="dcterms:W3CDTF">2026-07-22T16:14:41Z</dcterms:created>
  <dcterms:modified xsi:type="dcterms:W3CDTF">2026-07-23T12:32:45Z</dcterms:modified>
</cp:coreProperties>
</file>